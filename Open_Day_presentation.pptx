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01" r:id="rId2"/>
  </p:sldMasterIdLst>
  <p:notesMasterIdLst>
    <p:notesMasterId r:id="rId26"/>
  </p:notesMasterIdLst>
  <p:sldIdLst>
    <p:sldId id="347" r:id="rId3"/>
    <p:sldId id="369" r:id="rId4"/>
    <p:sldId id="364" r:id="rId5"/>
    <p:sldId id="365" r:id="rId6"/>
    <p:sldId id="349" r:id="rId7"/>
    <p:sldId id="366" r:id="rId8"/>
    <p:sldId id="370" r:id="rId9"/>
    <p:sldId id="374" r:id="rId10"/>
    <p:sldId id="368" r:id="rId11"/>
    <p:sldId id="367" r:id="rId12"/>
    <p:sldId id="373" r:id="rId13"/>
    <p:sldId id="372" r:id="rId14"/>
    <p:sldId id="348" r:id="rId15"/>
    <p:sldId id="331" r:id="rId16"/>
    <p:sldId id="351" r:id="rId17"/>
    <p:sldId id="350" r:id="rId18"/>
    <p:sldId id="354" r:id="rId19"/>
    <p:sldId id="356" r:id="rId20"/>
    <p:sldId id="363" r:id="rId21"/>
    <p:sldId id="358" r:id="rId22"/>
    <p:sldId id="361" r:id="rId23"/>
    <p:sldId id="306" r:id="rId24"/>
    <p:sldId id="36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91CA"/>
    <a:srgbClr val="EBE9E8"/>
    <a:srgbClr val="FFFFFF"/>
    <a:srgbClr val="7FBFD7"/>
    <a:srgbClr val="B4C960"/>
    <a:srgbClr val="9FCAC5"/>
    <a:srgbClr val="C1004A"/>
    <a:srgbClr val="CCFFCC"/>
    <a:srgbClr val="00CC66"/>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BD71AD-6730-6919-3FF3-F577751166CA}" v="796" dt="2026-09-25T19:51:45.263"/>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03" autoAdjust="0"/>
    <p:restoredTop sz="77007" autoAdjust="0"/>
  </p:normalViewPr>
  <p:slideViewPr>
    <p:cSldViewPr snapToGrid="0" showGuides="1">
      <p:cViewPr varScale="1">
        <p:scale>
          <a:sx n="83" d="100"/>
          <a:sy n="83" d="100"/>
        </p:scale>
        <p:origin x="1278" y="84"/>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2744"/>
    </p:cViewPr>
  </p:sorterViewPr>
  <p:notesViewPr>
    <p:cSldViewPr snapToGrid="0" showGuides="1">
      <p:cViewPr varScale="1">
        <p:scale>
          <a:sx n="120" d="100"/>
          <a:sy n="120" d="100"/>
        </p:scale>
        <p:origin x="4124" y="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aig McNeile" userId="S::craig.mcneile@plymouth.ac.uk::9a357dee-ff52-4d6d-8acd-ffdb43770711" providerId="AD" clId="Web-{D5BD71AD-6730-6919-3FF3-F577751166CA}"/>
    <pc:docChg chg="delSld modSld">
      <pc:chgData name="Craig McNeile" userId="S::craig.mcneile@plymouth.ac.uk::9a357dee-ff52-4d6d-8acd-ffdb43770711" providerId="AD" clId="Web-{D5BD71AD-6730-6919-3FF3-F577751166CA}" dt="2026-09-25T19:51:45.263" v="608" actId="1076"/>
      <pc:docMkLst>
        <pc:docMk/>
      </pc:docMkLst>
      <pc:sldChg chg="modSp">
        <pc:chgData name="Craig McNeile" userId="S::craig.mcneile@plymouth.ac.uk::9a357dee-ff52-4d6d-8acd-ffdb43770711" providerId="AD" clId="Web-{D5BD71AD-6730-6919-3FF3-F577751166CA}" dt="2026-09-25T19:51:03.262" v="607" actId="20577"/>
        <pc:sldMkLst>
          <pc:docMk/>
          <pc:sldMk cId="3325751936" sldId="306"/>
        </pc:sldMkLst>
        <pc:spChg chg="mod">
          <ac:chgData name="Craig McNeile" userId="S::craig.mcneile@plymouth.ac.uk::9a357dee-ff52-4d6d-8acd-ffdb43770711" providerId="AD" clId="Web-{D5BD71AD-6730-6919-3FF3-F577751166CA}" dt="2026-09-25T19:25:26.034" v="559" actId="20577"/>
          <ac:spMkLst>
            <pc:docMk/>
            <pc:sldMk cId="3325751936" sldId="306"/>
            <ac:spMk id="8" creationId="{BCEF4A39-9716-AB83-6A04-A415B398C0B0}"/>
          </ac:spMkLst>
        </pc:spChg>
        <pc:spChg chg="mod">
          <ac:chgData name="Craig McNeile" userId="S::craig.mcneile@plymouth.ac.uk::9a357dee-ff52-4d6d-8acd-ffdb43770711" providerId="AD" clId="Web-{D5BD71AD-6730-6919-3FF3-F577751166CA}" dt="2026-09-25T19:51:03.262" v="607" actId="20577"/>
          <ac:spMkLst>
            <pc:docMk/>
            <pc:sldMk cId="3325751936" sldId="306"/>
            <ac:spMk id="29" creationId="{67ACE71F-B6CD-7682-225E-A8630E8CAE68}"/>
          </ac:spMkLst>
        </pc:spChg>
      </pc:sldChg>
      <pc:sldChg chg="delSp modSp">
        <pc:chgData name="Craig McNeile" userId="S::craig.mcneile@plymouth.ac.uk::9a357dee-ff52-4d6d-8acd-ffdb43770711" providerId="AD" clId="Web-{D5BD71AD-6730-6919-3FF3-F577751166CA}" dt="2026-09-25T19:14:54.551" v="236" actId="14100"/>
        <pc:sldMkLst>
          <pc:docMk/>
          <pc:sldMk cId="1914783064" sldId="331"/>
        </pc:sldMkLst>
        <pc:spChg chg="del mod">
          <ac:chgData name="Craig McNeile" userId="S::craig.mcneile@plymouth.ac.uk::9a357dee-ff52-4d6d-8acd-ffdb43770711" providerId="AD" clId="Web-{D5BD71AD-6730-6919-3FF3-F577751166CA}" dt="2026-09-25T19:14:44.145" v="235"/>
          <ac:spMkLst>
            <pc:docMk/>
            <pc:sldMk cId="1914783064" sldId="331"/>
            <ac:spMk id="8" creationId="{CCC3C8D7-39E5-48AF-4D28-4094ED1F7455}"/>
          </ac:spMkLst>
        </pc:spChg>
        <pc:spChg chg="mod">
          <ac:chgData name="Craig McNeile" userId="S::craig.mcneile@plymouth.ac.uk::9a357dee-ff52-4d6d-8acd-ffdb43770711" providerId="AD" clId="Web-{D5BD71AD-6730-6919-3FF3-F577751166CA}" dt="2026-09-25T19:14:31.004" v="231" actId="20577"/>
          <ac:spMkLst>
            <pc:docMk/>
            <pc:sldMk cId="1914783064" sldId="331"/>
            <ac:spMk id="10" creationId="{CEB42838-E94B-1800-B2F2-3A4F03DBAA33}"/>
          </ac:spMkLst>
        </pc:spChg>
        <pc:spChg chg="mod">
          <ac:chgData name="Craig McNeile" userId="S::craig.mcneile@plymouth.ac.uk::9a357dee-ff52-4d6d-8acd-ffdb43770711" providerId="AD" clId="Web-{D5BD71AD-6730-6919-3FF3-F577751166CA}" dt="2026-09-25T19:14:54.551" v="236" actId="14100"/>
          <ac:spMkLst>
            <pc:docMk/>
            <pc:sldMk cId="1914783064" sldId="331"/>
            <ac:spMk id="12" creationId="{CB5ABE8D-9CA3-FF9C-A146-5C135D34BA6A}"/>
          </ac:spMkLst>
        </pc:spChg>
      </pc:sldChg>
      <pc:sldChg chg="modSp">
        <pc:chgData name="Craig McNeile" userId="S::craig.mcneile@plymouth.ac.uk::9a357dee-ff52-4d6d-8acd-ffdb43770711" providerId="AD" clId="Web-{D5BD71AD-6730-6919-3FF3-F577751166CA}" dt="2026-09-25T19:06:44.493" v="8" actId="20577"/>
        <pc:sldMkLst>
          <pc:docMk/>
          <pc:sldMk cId="3126104037" sldId="347"/>
        </pc:sldMkLst>
        <pc:spChg chg="mod">
          <ac:chgData name="Craig McNeile" userId="S::craig.mcneile@plymouth.ac.uk::9a357dee-ff52-4d6d-8acd-ffdb43770711" providerId="AD" clId="Web-{D5BD71AD-6730-6919-3FF3-F577751166CA}" dt="2026-09-25T19:06:44.493" v="8" actId="20577"/>
          <ac:spMkLst>
            <pc:docMk/>
            <pc:sldMk cId="3126104037" sldId="347"/>
            <ac:spMk id="10" creationId="{C18EF100-BDB2-D254-487A-54CBC773ED30}"/>
          </ac:spMkLst>
        </pc:spChg>
      </pc:sldChg>
      <pc:sldChg chg="delSp modSp">
        <pc:chgData name="Craig McNeile" userId="S::craig.mcneile@plymouth.ac.uk::9a357dee-ff52-4d6d-8acd-ffdb43770711" providerId="AD" clId="Web-{D5BD71AD-6730-6919-3FF3-F577751166CA}" dt="2026-09-25T19:13:46.550" v="215"/>
        <pc:sldMkLst>
          <pc:docMk/>
          <pc:sldMk cId="3134416365" sldId="348"/>
        </pc:sldMkLst>
        <pc:spChg chg="del mod">
          <ac:chgData name="Craig McNeile" userId="S::craig.mcneile@plymouth.ac.uk::9a357dee-ff52-4d6d-8acd-ffdb43770711" providerId="AD" clId="Web-{D5BD71AD-6730-6919-3FF3-F577751166CA}" dt="2026-09-25T19:13:46.550" v="215"/>
          <ac:spMkLst>
            <pc:docMk/>
            <pc:sldMk cId="3134416365" sldId="348"/>
            <ac:spMk id="7" creationId="{84091E67-C5B9-09EC-071A-6A80AD27BC30}"/>
          </ac:spMkLst>
        </pc:spChg>
        <pc:spChg chg="mod">
          <ac:chgData name="Craig McNeile" userId="S::craig.mcneile@plymouth.ac.uk::9a357dee-ff52-4d6d-8acd-ffdb43770711" providerId="AD" clId="Web-{D5BD71AD-6730-6919-3FF3-F577751166CA}" dt="2026-09-25T19:13:35.081" v="213" actId="20577"/>
          <ac:spMkLst>
            <pc:docMk/>
            <pc:sldMk cId="3134416365" sldId="348"/>
            <ac:spMk id="10" creationId="{0A1B7386-3FD4-11EC-58C8-81BF32F4A7E4}"/>
          </ac:spMkLst>
        </pc:spChg>
      </pc:sldChg>
      <pc:sldChg chg="modSp">
        <pc:chgData name="Craig McNeile" userId="S::craig.mcneile@plymouth.ac.uk::9a357dee-ff52-4d6d-8acd-ffdb43770711" providerId="AD" clId="Web-{D5BD71AD-6730-6919-3FF3-F577751166CA}" dt="2026-09-25T19:08:14.495" v="50" actId="20577"/>
        <pc:sldMkLst>
          <pc:docMk/>
          <pc:sldMk cId="2770540251" sldId="349"/>
        </pc:sldMkLst>
        <pc:spChg chg="mod">
          <ac:chgData name="Craig McNeile" userId="S::craig.mcneile@plymouth.ac.uk::9a357dee-ff52-4d6d-8acd-ffdb43770711" providerId="AD" clId="Web-{D5BD71AD-6730-6919-3FF3-F577751166CA}" dt="2026-09-25T19:08:14.495" v="50" actId="20577"/>
          <ac:spMkLst>
            <pc:docMk/>
            <pc:sldMk cId="2770540251" sldId="349"/>
            <ac:spMk id="10" creationId="{87FF6E83-4D7F-1504-F340-0C1DEB8EA421}"/>
          </ac:spMkLst>
        </pc:spChg>
      </pc:sldChg>
      <pc:sldChg chg="delSp modSp">
        <pc:chgData name="Craig McNeile" userId="S::craig.mcneile@plymouth.ac.uk::9a357dee-ff52-4d6d-8acd-ffdb43770711" providerId="AD" clId="Web-{D5BD71AD-6730-6919-3FF3-F577751166CA}" dt="2026-09-25T19:20:52.575" v="381" actId="20577"/>
        <pc:sldMkLst>
          <pc:docMk/>
          <pc:sldMk cId="1598576860" sldId="350"/>
        </pc:sldMkLst>
        <pc:spChg chg="del mod">
          <ac:chgData name="Craig McNeile" userId="S::craig.mcneile@plymouth.ac.uk::9a357dee-ff52-4d6d-8acd-ffdb43770711" providerId="AD" clId="Web-{D5BD71AD-6730-6919-3FF3-F577751166CA}" dt="2026-09-25T19:19:16.260" v="367"/>
          <ac:spMkLst>
            <pc:docMk/>
            <pc:sldMk cId="1598576860" sldId="350"/>
            <ac:spMk id="7" creationId="{D0E5F79A-6ED8-9FF6-9867-B2F8F6C56FFB}"/>
          </ac:spMkLst>
        </pc:spChg>
        <pc:spChg chg="mod">
          <ac:chgData name="Craig McNeile" userId="S::craig.mcneile@plymouth.ac.uk::9a357dee-ff52-4d6d-8acd-ffdb43770711" providerId="AD" clId="Web-{D5BD71AD-6730-6919-3FF3-F577751166CA}" dt="2026-09-25T19:20:52.575" v="381" actId="20577"/>
          <ac:spMkLst>
            <pc:docMk/>
            <pc:sldMk cId="1598576860" sldId="350"/>
            <ac:spMk id="9" creationId="{3622DDF4-375E-08A1-E9C6-F601CDC07DEB}"/>
          </ac:spMkLst>
        </pc:spChg>
        <pc:spChg chg="mod">
          <ac:chgData name="Craig McNeile" userId="S::craig.mcneile@plymouth.ac.uk::9a357dee-ff52-4d6d-8acd-ffdb43770711" providerId="AD" clId="Web-{D5BD71AD-6730-6919-3FF3-F577751166CA}" dt="2026-09-25T19:19:06.573" v="363" actId="20577"/>
          <ac:spMkLst>
            <pc:docMk/>
            <pc:sldMk cId="1598576860" sldId="350"/>
            <ac:spMk id="10" creationId="{EDA00E2E-3F0F-03E2-3707-1AB13442B1C3}"/>
          </ac:spMkLst>
        </pc:spChg>
      </pc:sldChg>
      <pc:sldChg chg="delSp modSp">
        <pc:chgData name="Craig McNeile" userId="S::craig.mcneile@plymouth.ac.uk::9a357dee-ff52-4d6d-8acd-ffdb43770711" providerId="AD" clId="Web-{D5BD71AD-6730-6919-3FF3-F577751166CA}" dt="2026-09-25T19:18:10.540" v="342" actId="20577"/>
        <pc:sldMkLst>
          <pc:docMk/>
          <pc:sldMk cId="3462811269" sldId="351"/>
        </pc:sldMkLst>
        <pc:spChg chg="del mod">
          <ac:chgData name="Craig McNeile" userId="S::craig.mcneile@plymouth.ac.uk::9a357dee-ff52-4d6d-8acd-ffdb43770711" providerId="AD" clId="Web-{D5BD71AD-6730-6919-3FF3-F577751166CA}" dt="2026-09-25T19:16:38.538" v="285"/>
          <ac:spMkLst>
            <pc:docMk/>
            <pc:sldMk cId="3462811269" sldId="351"/>
            <ac:spMk id="7" creationId="{AA1F0666-7186-C4DD-7A2F-BEFE5F4D1564}"/>
          </ac:spMkLst>
        </pc:spChg>
        <pc:spChg chg="mod">
          <ac:chgData name="Craig McNeile" userId="S::craig.mcneile@plymouth.ac.uk::9a357dee-ff52-4d6d-8acd-ffdb43770711" providerId="AD" clId="Web-{D5BD71AD-6730-6919-3FF3-F577751166CA}" dt="2026-09-25T19:18:10.540" v="342" actId="20577"/>
          <ac:spMkLst>
            <pc:docMk/>
            <pc:sldMk cId="3462811269" sldId="351"/>
            <ac:spMk id="9" creationId="{37A3ABAF-28FF-3849-0C72-029AA6C118EE}"/>
          </ac:spMkLst>
        </pc:spChg>
        <pc:spChg chg="mod">
          <ac:chgData name="Craig McNeile" userId="S::craig.mcneile@plymouth.ac.uk::9a357dee-ff52-4d6d-8acd-ffdb43770711" providerId="AD" clId="Web-{D5BD71AD-6730-6919-3FF3-F577751166CA}" dt="2026-09-25T19:16:19.835" v="281" actId="14100"/>
          <ac:spMkLst>
            <pc:docMk/>
            <pc:sldMk cId="3462811269" sldId="351"/>
            <ac:spMk id="10" creationId="{FFDFE7B5-240B-00BD-F4AE-A33A04D7E764}"/>
          </ac:spMkLst>
        </pc:spChg>
        <pc:picChg chg="mod">
          <ac:chgData name="Craig McNeile" userId="S::craig.mcneile@plymouth.ac.uk::9a357dee-ff52-4d6d-8acd-ffdb43770711" providerId="AD" clId="Web-{D5BD71AD-6730-6919-3FF3-F577751166CA}" dt="2026-09-25T19:16:11.772" v="280" actId="1076"/>
          <ac:picMkLst>
            <pc:docMk/>
            <pc:sldMk cId="3462811269" sldId="351"/>
            <ac:picMk id="11" creationId="{B97C7481-5A5C-4C82-A757-87003133939E}"/>
          </ac:picMkLst>
        </pc:picChg>
      </pc:sldChg>
      <pc:sldChg chg="modSp">
        <pc:chgData name="Craig McNeile" userId="S::craig.mcneile@plymouth.ac.uk::9a357dee-ff52-4d6d-8acd-ffdb43770711" providerId="AD" clId="Web-{D5BD71AD-6730-6919-3FF3-F577751166CA}" dt="2026-09-25T19:21:20.841" v="405" actId="20577"/>
        <pc:sldMkLst>
          <pc:docMk/>
          <pc:sldMk cId="1415468741" sldId="354"/>
        </pc:sldMkLst>
        <pc:spChg chg="mod">
          <ac:chgData name="Craig McNeile" userId="S::craig.mcneile@plymouth.ac.uk::9a357dee-ff52-4d6d-8acd-ffdb43770711" providerId="AD" clId="Web-{D5BD71AD-6730-6919-3FF3-F577751166CA}" dt="2026-09-25T19:21:10.419" v="397" actId="20577"/>
          <ac:spMkLst>
            <pc:docMk/>
            <pc:sldMk cId="1415468741" sldId="354"/>
            <ac:spMk id="8" creationId="{3F5C273D-2238-3246-9F48-D79EB0C8CC73}"/>
          </ac:spMkLst>
        </pc:spChg>
        <pc:spChg chg="mod">
          <ac:chgData name="Craig McNeile" userId="S::craig.mcneile@plymouth.ac.uk::9a357dee-ff52-4d6d-8acd-ffdb43770711" providerId="AD" clId="Web-{D5BD71AD-6730-6919-3FF3-F577751166CA}" dt="2026-09-25T19:21:20.841" v="405" actId="20577"/>
          <ac:spMkLst>
            <pc:docMk/>
            <pc:sldMk cId="1415468741" sldId="354"/>
            <ac:spMk id="29" creationId="{139E2D5E-DBE7-80FB-0557-4401527DC589}"/>
          </ac:spMkLst>
        </pc:spChg>
      </pc:sldChg>
      <pc:sldChg chg="modSp">
        <pc:chgData name="Craig McNeile" userId="S::craig.mcneile@plymouth.ac.uk::9a357dee-ff52-4d6d-8acd-ffdb43770711" providerId="AD" clId="Web-{D5BD71AD-6730-6919-3FF3-F577751166CA}" dt="2026-09-25T19:22:03.702" v="434" actId="20577"/>
        <pc:sldMkLst>
          <pc:docMk/>
          <pc:sldMk cId="2085004693" sldId="356"/>
        </pc:sldMkLst>
        <pc:spChg chg="mod">
          <ac:chgData name="Craig McNeile" userId="S::craig.mcneile@plymouth.ac.uk::9a357dee-ff52-4d6d-8acd-ffdb43770711" providerId="AD" clId="Web-{D5BD71AD-6730-6919-3FF3-F577751166CA}" dt="2026-09-25T19:21:50.248" v="428" actId="20577"/>
          <ac:spMkLst>
            <pc:docMk/>
            <pc:sldMk cId="2085004693" sldId="356"/>
            <ac:spMk id="8" creationId="{2722708F-3C69-A470-E938-C996CCAA761D}"/>
          </ac:spMkLst>
        </pc:spChg>
        <pc:spChg chg="mod">
          <ac:chgData name="Craig McNeile" userId="S::craig.mcneile@plymouth.ac.uk::9a357dee-ff52-4d6d-8acd-ffdb43770711" providerId="AD" clId="Web-{D5BD71AD-6730-6919-3FF3-F577751166CA}" dt="2026-09-25T19:22:03.702" v="434" actId="20577"/>
          <ac:spMkLst>
            <pc:docMk/>
            <pc:sldMk cId="2085004693" sldId="356"/>
            <ac:spMk id="29" creationId="{1EFB6C8D-5D80-2580-D2F8-556516FDD6F5}"/>
          </ac:spMkLst>
        </pc:spChg>
      </pc:sldChg>
      <pc:sldChg chg="delSp modSp">
        <pc:chgData name="Craig McNeile" userId="S::craig.mcneile@plymouth.ac.uk::9a357dee-ff52-4d6d-8acd-ffdb43770711" providerId="AD" clId="Web-{D5BD71AD-6730-6919-3FF3-F577751166CA}" dt="2026-09-25T19:24:12.861" v="508"/>
        <pc:sldMkLst>
          <pc:docMk/>
          <pc:sldMk cId="3366388129" sldId="358"/>
        </pc:sldMkLst>
        <pc:spChg chg="del mod">
          <ac:chgData name="Craig McNeile" userId="S::craig.mcneile@plymouth.ac.uk::9a357dee-ff52-4d6d-8acd-ffdb43770711" providerId="AD" clId="Web-{D5BD71AD-6730-6919-3FF3-F577751166CA}" dt="2026-09-25T19:24:12.861" v="508"/>
          <ac:spMkLst>
            <pc:docMk/>
            <pc:sldMk cId="3366388129" sldId="358"/>
            <ac:spMk id="7" creationId="{62F4C316-0C44-3775-E644-2B2847FEB665}"/>
          </ac:spMkLst>
        </pc:spChg>
        <pc:spChg chg="mod">
          <ac:chgData name="Craig McNeile" userId="S::craig.mcneile@plymouth.ac.uk::9a357dee-ff52-4d6d-8acd-ffdb43770711" providerId="AD" clId="Web-{D5BD71AD-6730-6919-3FF3-F577751166CA}" dt="2026-09-25T19:23:48.563" v="500" actId="14100"/>
          <ac:spMkLst>
            <pc:docMk/>
            <pc:sldMk cId="3366388129" sldId="358"/>
            <ac:spMk id="10" creationId="{E26EB648-268A-9D80-1E17-A613DC21DDC4}"/>
          </ac:spMkLst>
        </pc:spChg>
      </pc:sldChg>
      <pc:sldChg chg="delSp modSp">
        <pc:chgData name="Craig McNeile" userId="S::craig.mcneile@plymouth.ac.uk::9a357dee-ff52-4d6d-8acd-ffdb43770711" providerId="AD" clId="Web-{D5BD71AD-6730-6919-3FF3-F577751166CA}" dt="2026-09-25T19:26:34.255" v="584"/>
        <pc:sldMkLst>
          <pc:docMk/>
          <pc:sldMk cId="2018460844" sldId="360"/>
        </pc:sldMkLst>
        <pc:spChg chg="del mod">
          <ac:chgData name="Craig McNeile" userId="S::craig.mcneile@plymouth.ac.uk::9a357dee-ff52-4d6d-8acd-ffdb43770711" providerId="AD" clId="Web-{D5BD71AD-6730-6919-3FF3-F577751166CA}" dt="2026-09-25T19:26:34.255" v="584"/>
          <ac:spMkLst>
            <pc:docMk/>
            <pc:sldMk cId="2018460844" sldId="360"/>
            <ac:spMk id="8" creationId="{3B319A3B-07D2-6FA5-47D7-02354F1D0D2B}"/>
          </ac:spMkLst>
        </pc:spChg>
        <pc:spChg chg="mod">
          <ac:chgData name="Craig McNeile" userId="S::craig.mcneile@plymouth.ac.uk::9a357dee-ff52-4d6d-8acd-ffdb43770711" providerId="AD" clId="Web-{D5BD71AD-6730-6919-3FF3-F577751166CA}" dt="2026-09-25T19:26:15.176" v="580" actId="20577"/>
          <ac:spMkLst>
            <pc:docMk/>
            <pc:sldMk cId="2018460844" sldId="360"/>
            <ac:spMk id="10" creationId="{0BC3C5FD-E571-9095-9E73-2A2CB2B684E6}"/>
          </ac:spMkLst>
        </pc:spChg>
      </pc:sldChg>
      <pc:sldChg chg="modSp">
        <pc:chgData name="Craig McNeile" userId="S::craig.mcneile@plymouth.ac.uk::9a357dee-ff52-4d6d-8acd-ffdb43770711" providerId="AD" clId="Web-{D5BD71AD-6730-6919-3FF3-F577751166CA}" dt="2026-09-25T19:24:55.268" v="537" actId="20577"/>
        <pc:sldMkLst>
          <pc:docMk/>
          <pc:sldMk cId="753298172" sldId="361"/>
        </pc:sldMkLst>
        <pc:spChg chg="mod">
          <ac:chgData name="Craig McNeile" userId="S::craig.mcneile@plymouth.ac.uk::9a357dee-ff52-4d6d-8acd-ffdb43770711" providerId="AD" clId="Web-{D5BD71AD-6730-6919-3FF3-F577751166CA}" dt="2026-09-25T19:24:55.268" v="537" actId="20577"/>
          <ac:spMkLst>
            <pc:docMk/>
            <pc:sldMk cId="753298172" sldId="361"/>
            <ac:spMk id="7" creationId="{D268D609-418A-FE84-D58A-A8F7585D1522}"/>
          </ac:spMkLst>
        </pc:spChg>
        <pc:spChg chg="mod">
          <ac:chgData name="Craig McNeile" userId="S::craig.mcneile@plymouth.ac.uk::9a357dee-ff52-4d6d-8acd-ffdb43770711" providerId="AD" clId="Web-{D5BD71AD-6730-6919-3FF3-F577751166CA}" dt="2026-09-25T19:24:42.768" v="528" actId="20577"/>
          <ac:spMkLst>
            <pc:docMk/>
            <pc:sldMk cId="753298172" sldId="361"/>
            <ac:spMk id="10" creationId="{F9E4B891-7AB8-902A-713F-251B15A2938D}"/>
          </ac:spMkLst>
        </pc:spChg>
      </pc:sldChg>
      <pc:sldChg chg="del">
        <pc:chgData name="Craig McNeile" userId="S::craig.mcneile@plymouth.ac.uk::9a357dee-ff52-4d6d-8acd-ffdb43770711" providerId="AD" clId="Web-{D5BD71AD-6730-6919-3FF3-F577751166CA}" dt="2026-09-25T19:25:53.894" v="567"/>
        <pc:sldMkLst>
          <pc:docMk/>
          <pc:sldMk cId="922205577" sldId="362"/>
        </pc:sldMkLst>
      </pc:sldChg>
      <pc:sldChg chg="modSp">
        <pc:chgData name="Craig McNeile" userId="S::craig.mcneile@plymouth.ac.uk::9a357dee-ff52-4d6d-8acd-ffdb43770711" providerId="AD" clId="Web-{D5BD71AD-6730-6919-3FF3-F577751166CA}" dt="2026-09-25T19:22:56.375" v="469" actId="14100"/>
        <pc:sldMkLst>
          <pc:docMk/>
          <pc:sldMk cId="2070643799" sldId="363"/>
        </pc:sldMkLst>
        <pc:spChg chg="mod">
          <ac:chgData name="Craig McNeile" userId="S::craig.mcneile@plymouth.ac.uk::9a357dee-ff52-4d6d-8acd-ffdb43770711" providerId="AD" clId="Web-{D5BD71AD-6730-6919-3FF3-F577751166CA}" dt="2026-09-25T19:22:56.375" v="469" actId="14100"/>
          <ac:spMkLst>
            <pc:docMk/>
            <pc:sldMk cId="2070643799" sldId="363"/>
            <ac:spMk id="2" creationId="{403EE064-6CAC-6B17-12EA-A2FEE9A07E1D}"/>
          </ac:spMkLst>
        </pc:spChg>
        <pc:spChg chg="mod">
          <ac:chgData name="Craig McNeile" userId="S::craig.mcneile@plymouth.ac.uk::9a357dee-ff52-4d6d-8acd-ffdb43770711" providerId="AD" clId="Web-{D5BD71AD-6730-6919-3FF3-F577751166CA}" dt="2026-09-25T19:22:39.921" v="463" actId="20577"/>
          <ac:spMkLst>
            <pc:docMk/>
            <pc:sldMk cId="2070643799" sldId="363"/>
            <ac:spMk id="8" creationId="{632FDC43-E6DD-3BF9-9639-C60B66EC84A4}"/>
          </ac:spMkLst>
        </pc:spChg>
      </pc:sldChg>
      <pc:sldChg chg="modSp">
        <pc:chgData name="Craig McNeile" userId="S::craig.mcneile@plymouth.ac.uk::9a357dee-ff52-4d6d-8acd-ffdb43770711" providerId="AD" clId="Web-{D5BD71AD-6730-6919-3FF3-F577751166CA}" dt="2026-09-25T19:07:02.149" v="21" actId="20577"/>
        <pc:sldMkLst>
          <pc:docMk/>
          <pc:sldMk cId="3424265463" sldId="364"/>
        </pc:sldMkLst>
        <pc:spChg chg="mod">
          <ac:chgData name="Craig McNeile" userId="S::craig.mcneile@plymouth.ac.uk::9a357dee-ff52-4d6d-8acd-ffdb43770711" providerId="AD" clId="Web-{D5BD71AD-6730-6919-3FF3-F577751166CA}" dt="2026-09-25T19:07:02.149" v="21" actId="20577"/>
          <ac:spMkLst>
            <pc:docMk/>
            <pc:sldMk cId="3424265463" sldId="364"/>
            <ac:spMk id="10" creationId="{07AE3A82-28B4-FC03-2D9F-5B2C36F37032}"/>
          </ac:spMkLst>
        </pc:spChg>
      </pc:sldChg>
      <pc:sldChg chg="modSp">
        <pc:chgData name="Craig McNeile" userId="S::craig.mcneile@plymouth.ac.uk::9a357dee-ff52-4d6d-8acd-ffdb43770711" providerId="AD" clId="Web-{D5BD71AD-6730-6919-3FF3-F577751166CA}" dt="2026-09-25T19:07:35.838" v="33" actId="20577"/>
        <pc:sldMkLst>
          <pc:docMk/>
          <pc:sldMk cId="3053378080" sldId="365"/>
        </pc:sldMkLst>
        <pc:spChg chg="mod">
          <ac:chgData name="Craig McNeile" userId="S::craig.mcneile@plymouth.ac.uk::9a357dee-ff52-4d6d-8acd-ffdb43770711" providerId="AD" clId="Web-{D5BD71AD-6730-6919-3FF3-F577751166CA}" dt="2026-09-25T19:07:35.838" v="33" actId="20577"/>
          <ac:spMkLst>
            <pc:docMk/>
            <pc:sldMk cId="3053378080" sldId="365"/>
            <ac:spMk id="10" creationId="{597FF5BE-6430-24D8-2128-D8B7819F74CC}"/>
          </ac:spMkLst>
        </pc:spChg>
      </pc:sldChg>
      <pc:sldChg chg="modSp">
        <pc:chgData name="Craig McNeile" userId="S::craig.mcneile@plymouth.ac.uk::9a357dee-ff52-4d6d-8acd-ffdb43770711" providerId="AD" clId="Web-{D5BD71AD-6730-6919-3FF3-F577751166CA}" dt="2026-09-25T19:08:01.151" v="43" actId="20577"/>
        <pc:sldMkLst>
          <pc:docMk/>
          <pc:sldMk cId="1928760098" sldId="366"/>
        </pc:sldMkLst>
        <pc:spChg chg="mod">
          <ac:chgData name="Craig McNeile" userId="S::craig.mcneile@plymouth.ac.uk::9a357dee-ff52-4d6d-8acd-ffdb43770711" providerId="AD" clId="Web-{D5BD71AD-6730-6919-3FF3-F577751166CA}" dt="2026-09-25T19:08:01.151" v="43" actId="20577"/>
          <ac:spMkLst>
            <pc:docMk/>
            <pc:sldMk cId="1928760098" sldId="366"/>
            <ac:spMk id="10" creationId="{5E8F7996-36C7-A2A5-1D48-C365AB795044}"/>
          </ac:spMkLst>
        </pc:spChg>
      </pc:sldChg>
      <pc:sldChg chg="delSp modSp">
        <pc:chgData name="Craig McNeile" userId="S::craig.mcneile@plymouth.ac.uk::9a357dee-ff52-4d6d-8acd-ffdb43770711" providerId="AD" clId="Web-{D5BD71AD-6730-6919-3FF3-F577751166CA}" dt="2026-09-25T19:11:23.343" v="133" actId="20577"/>
        <pc:sldMkLst>
          <pc:docMk/>
          <pc:sldMk cId="618297683" sldId="367"/>
        </pc:sldMkLst>
        <pc:spChg chg="del mod">
          <ac:chgData name="Craig McNeile" userId="S::craig.mcneile@plymouth.ac.uk::9a357dee-ff52-4d6d-8acd-ffdb43770711" providerId="AD" clId="Web-{D5BD71AD-6730-6919-3FF3-F577751166CA}" dt="2026-09-25T19:10:22.951" v="105"/>
          <ac:spMkLst>
            <pc:docMk/>
            <pc:sldMk cId="618297683" sldId="367"/>
            <ac:spMk id="7" creationId="{2C66D2D2-A727-2E4E-8F03-3AF275FD070F}"/>
          </ac:spMkLst>
        </pc:spChg>
        <pc:spChg chg="mod">
          <ac:chgData name="Craig McNeile" userId="S::craig.mcneile@plymouth.ac.uk::9a357dee-ff52-4d6d-8acd-ffdb43770711" providerId="AD" clId="Web-{D5BD71AD-6730-6919-3FF3-F577751166CA}" dt="2026-09-25T19:11:23.343" v="133" actId="20577"/>
          <ac:spMkLst>
            <pc:docMk/>
            <pc:sldMk cId="618297683" sldId="367"/>
            <ac:spMk id="8" creationId="{E32DE643-3361-C405-0E06-04139A30C7B1}"/>
          </ac:spMkLst>
        </pc:spChg>
        <pc:spChg chg="mod">
          <ac:chgData name="Craig McNeile" userId="S::craig.mcneile@plymouth.ac.uk::9a357dee-ff52-4d6d-8acd-ffdb43770711" providerId="AD" clId="Web-{D5BD71AD-6730-6919-3FF3-F577751166CA}" dt="2026-09-25T19:10:12.185" v="103" actId="20577"/>
          <ac:spMkLst>
            <pc:docMk/>
            <pc:sldMk cId="618297683" sldId="367"/>
            <ac:spMk id="10" creationId="{99C7C846-BD7C-A205-06AF-A6EE145FC4C4}"/>
          </ac:spMkLst>
        </pc:spChg>
      </pc:sldChg>
      <pc:sldChg chg="modSp">
        <pc:chgData name="Craig McNeile" userId="S::craig.mcneile@plymouth.ac.uk::9a357dee-ff52-4d6d-8acd-ffdb43770711" providerId="AD" clId="Web-{D5BD71AD-6730-6919-3FF3-F577751166CA}" dt="2026-09-25T19:09:31.559" v="85" actId="20577"/>
        <pc:sldMkLst>
          <pc:docMk/>
          <pc:sldMk cId="450423424" sldId="368"/>
        </pc:sldMkLst>
        <pc:spChg chg="mod">
          <ac:chgData name="Craig McNeile" userId="S::craig.mcneile@plymouth.ac.uk::9a357dee-ff52-4d6d-8acd-ffdb43770711" providerId="AD" clId="Web-{D5BD71AD-6730-6919-3FF3-F577751166CA}" dt="2026-09-25T19:09:31.559" v="85" actId="20577"/>
          <ac:spMkLst>
            <pc:docMk/>
            <pc:sldMk cId="450423424" sldId="368"/>
            <ac:spMk id="10" creationId="{03BB6351-8735-86D8-D863-29F333F99693}"/>
          </ac:spMkLst>
        </pc:spChg>
      </pc:sldChg>
      <pc:sldChg chg="modSp">
        <pc:chgData name="Craig McNeile" userId="S::craig.mcneile@plymouth.ac.uk::9a357dee-ff52-4d6d-8acd-ffdb43770711" providerId="AD" clId="Web-{D5BD71AD-6730-6919-3FF3-F577751166CA}" dt="2026-09-25T19:08:30.120" v="59" actId="20577"/>
        <pc:sldMkLst>
          <pc:docMk/>
          <pc:sldMk cId="1981621950" sldId="370"/>
        </pc:sldMkLst>
        <pc:spChg chg="mod">
          <ac:chgData name="Craig McNeile" userId="S::craig.mcneile@plymouth.ac.uk::9a357dee-ff52-4d6d-8acd-ffdb43770711" providerId="AD" clId="Web-{D5BD71AD-6730-6919-3FF3-F577751166CA}" dt="2026-09-25T19:08:30.120" v="59" actId="20577"/>
          <ac:spMkLst>
            <pc:docMk/>
            <pc:sldMk cId="1981621950" sldId="370"/>
            <ac:spMk id="10" creationId="{41A04E8D-CDB0-1172-A31A-7EF9EE3564DF}"/>
          </ac:spMkLst>
        </pc:spChg>
      </pc:sldChg>
      <pc:sldChg chg="delSp modSp">
        <pc:chgData name="Craig McNeile" userId="S::craig.mcneile@plymouth.ac.uk::9a357dee-ff52-4d6d-8acd-ffdb43770711" providerId="AD" clId="Web-{D5BD71AD-6730-6919-3FF3-F577751166CA}" dt="2026-09-25T19:13:06.533" v="199"/>
        <pc:sldMkLst>
          <pc:docMk/>
          <pc:sldMk cId="3811973532" sldId="372"/>
        </pc:sldMkLst>
        <pc:spChg chg="del mod">
          <ac:chgData name="Craig McNeile" userId="S::craig.mcneile@plymouth.ac.uk::9a357dee-ff52-4d6d-8acd-ffdb43770711" providerId="AD" clId="Web-{D5BD71AD-6730-6919-3FF3-F577751166CA}" dt="2026-09-25T19:13:06.533" v="199"/>
          <ac:spMkLst>
            <pc:docMk/>
            <pc:sldMk cId="3811973532" sldId="372"/>
            <ac:spMk id="7" creationId="{863D978A-5904-A2DA-53D1-1E440B228DEE}"/>
          </ac:spMkLst>
        </pc:spChg>
        <pc:spChg chg="mod">
          <ac:chgData name="Craig McNeile" userId="S::craig.mcneile@plymouth.ac.uk::9a357dee-ff52-4d6d-8acd-ffdb43770711" providerId="AD" clId="Web-{D5BD71AD-6730-6919-3FF3-F577751166CA}" dt="2026-09-25T19:12:49.595" v="188" actId="20577"/>
          <ac:spMkLst>
            <pc:docMk/>
            <pc:sldMk cId="3811973532" sldId="372"/>
            <ac:spMk id="10" creationId="{CDFC7B1E-CB55-B005-6859-4DE0AE9F9D75}"/>
          </ac:spMkLst>
        </pc:spChg>
      </pc:sldChg>
      <pc:sldChg chg="delSp modSp">
        <pc:chgData name="Craig McNeile" userId="S::craig.mcneile@plymouth.ac.uk::9a357dee-ff52-4d6d-8acd-ffdb43770711" providerId="AD" clId="Web-{D5BD71AD-6730-6919-3FF3-F577751166CA}" dt="2026-09-25T19:11:57.422" v="159"/>
        <pc:sldMkLst>
          <pc:docMk/>
          <pc:sldMk cId="2149900136" sldId="373"/>
        </pc:sldMkLst>
        <pc:spChg chg="del">
          <ac:chgData name="Craig McNeile" userId="S::craig.mcneile@plymouth.ac.uk::9a357dee-ff52-4d6d-8acd-ffdb43770711" providerId="AD" clId="Web-{D5BD71AD-6730-6919-3FF3-F577751166CA}" dt="2026-09-25T19:11:57.422" v="159"/>
          <ac:spMkLst>
            <pc:docMk/>
            <pc:sldMk cId="2149900136" sldId="373"/>
            <ac:spMk id="7" creationId="{04427F5F-1EAF-0BDD-7C90-F4C3DE51A2CB}"/>
          </ac:spMkLst>
        </pc:spChg>
        <pc:spChg chg="mod">
          <ac:chgData name="Craig McNeile" userId="S::craig.mcneile@plymouth.ac.uk::9a357dee-ff52-4d6d-8acd-ffdb43770711" providerId="AD" clId="Web-{D5BD71AD-6730-6919-3FF3-F577751166CA}" dt="2026-09-25T19:11:51.703" v="158" actId="20577"/>
          <ac:spMkLst>
            <pc:docMk/>
            <pc:sldMk cId="2149900136" sldId="373"/>
            <ac:spMk id="10" creationId="{4D20EBFF-6019-3A07-A05E-728AE9EE36D2}"/>
          </ac:spMkLst>
        </pc:spChg>
      </pc:sldChg>
      <pc:sldChg chg="modSp">
        <pc:chgData name="Craig McNeile" userId="S::craig.mcneile@plymouth.ac.uk::9a357dee-ff52-4d6d-8acd-ffdb43770711" providerId="AD" clId="Web-{D5BD71AD-6730-6919-3FF3-F577751166CA}" dt="2026-09-25T19:51:45.263" v="608" actId="1076"/>
        <pc:sldMkLst>
          <pc:docMk/>
          <pc:sldMk cId="4285144151" sldId="374"/>
        </pc:sldMkLst>
        <pc:spChg chg="mod">
          <ac:chgData name="Craig McNeile" userId="S::craig.mcneile@plymouth.ac.uk::9a357dee-ff52-4d6d-8acd-ffdb43770711" providerId="AD" clId="Web-{D5BD71AD-6730-6919-3FF3-F577751166CA}" dt="2026-09-25T19:51:45.263" v="608" actId="1076"/>
          <ac:spMkLst>
            <pc:docMk/>
            <pc:sldMk cId="4285144151" sldId="374"/>
            <ac:spMk id="7" creationId="{B2338780-9015-990E-9573-776C8C7228C1}"/>
          </ac:spMkLst>
        </pc:spChg>
        <pc:spChg chg="mod">
          <ac:chgData name="Craig McNeile" userId="S::craig.mcneile@plymouth.ac.uk::9a357dee-ff52-4d6d-8acd-ffdb43770711" providerId="AD" clId="Web-{D5BD71AD-6730-6919-3FF3-F577751166CA}" dt="2026-09-25T19:09:02.356" v="71" actId="20577"/>
          <ac:spMkLst>
            <pc:docMk/>
            <pc:sldMk cId="4285144151" sldId="374"/>
            <ac:spMk id="10" creationId="{4EF5C654-AD41-8DAC-F7CE-9D936987BFE0}"/>
          </ac:spMkLst>
        </pc:spChg>
      </pc:sldChg>
    </pc:docChg>
  </pc:docChgLst>
  <pc:docChgLst>
    <pc:chgData clId="Web-{D5BD71AD-6730-6919-3FF3-F577751166CA}"/>
    <pc:docChg chg="modSld">
      <pc:chgData name="" userId="" providerId="" clId="Web-{D5BD71AD-6730-6919-3FF3-F577751166CA}" dt="2026-09-25T19:06:26.602" v="9" actId="20577"/>
      <pc:docMkLst>
        <pc:docMk/>
      </pc:docMkLst>
      <pc:sldChg chg="modSp">
        <pc:chgData name="" userId="" providerId="" clId="Web-{D5BD71AD-6730-6919-3FF3-F577751166CA}" dt="2026-09-25T19:06:26.602" v="9" actId="20577"/>
        <pc:sldMkLst>
          <pc:docMk/>
          <pc:sldMk cId="2277836026" sldId="369"/>
        </pc:sldMkLst>
        <pc:spChg chg="mod">
          <ac:chgData name="" userId="" providerId="" clId="Web-{D5BD71AD-6730-6919-3FF3-F577751166CA}" dt="2026-09-25T19:06:26.602" v="9" actId="20577"/>
          <ac:spMkLst>
            <pc:docMk/>
            <pc:sldMk cId="2277836026" sldId="369"/>
            <ac:spMk id="10" creationId="{041D97E3-12B1-129C-ACC3-2378EA2684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50">
                <a:solidFill>
                  <a:schemeClr val="bg1"/>
                </a:solidFill>
              </a:defRPr>
            </a:lvl1pPr>
          </a:lstStyle>
          <a:p>
            <a:endParaRPr lang="en-GB" sz="105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50">
                <a:solidFill>
                  <a:schemeClr val="bg1"/>
                </a:solidFill>
              </a:defRPr>
            </a:lvl1pPr>
          </a:lstStyle>
          <a:p>
            <a:fld id="{456E22AF-61FF-42CB-BDF4-4357AAC30A27}" type="datetimeFigureOut">
              <a:rPr lang="en-GB" smtClean="0"/>
              <a:pPr/>
              <a:t>25/09/2026</a:t>
            </a:fld>
            <a:endParaRPr lang="en-GB" sz="105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3175">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572000"/>
            <a:ext cx="5486400" cy="34290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50">
                <a:solidFill>
                  <a:schemeClr val="bg1"/>
                </a:solidFill>
              </a:defRPr>
            </a:lvl1pPr>
          </a:lstStyle>
          <a:p>
            <a:endParaRPr lang="en-GB" sz="105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50">
                <a:solidFill>
                  <a:schemeClr val="bg1"/>
                </a:solidFill>
              </a:defRPr>
            </a:lvl1pPr>
          </a:lstStyle>
          <a:p>
            <a:fld id="{C1E6E78A-2BC6-4315-8265-F8E492C7E0D3}" type="slidenum">
              <a:rPr lang="en-GB" smtClean="0"/>
              <a:pPr/>
              <a:t>‹#›</a:t>
            </a:fld>
            <a:endParaRPr lang="en-GB" sz="1050"/>
          </a:p>
        </p:txBody>
      </p:sp>
    </p:spTree>
    <p:extLst>
      <p:ext uri="{BB962C8B-B14F-4D97-AF65-F5344CB8AC3E}">
        <p14:creationId xmlns:p14="http://schemas.microsoft.com/office/powerpoint/2010/main" val="2971273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200" kern="1200">
        <a:solidFill>
          <a:schemeClr val="bg1"/>
        </a:solidFill>
        <a:latin typeface="+mn-lt"/>
        <a:ea typeface="+mn-ea"/>
        <a:cs typeface="+mn-cs"/>
      </a:defRPr>
    </a:lvl2pPr>
    <a:lvl3pPr marL="914400" algn="l" defTabSz="914400" rtl="0" eaLnBrk="1" latinLnBrk="0" hangingPunct="1">
      <a:defRPr sz="1200" kern="1200">
        <a:solidFill>
          <a:schemeClr val="bg1"/>
        </a:solidFill>
        <a:latin typeface="+mn-lt"/>
        <a:ea typeface="+mn-ea"/>
        <a:cs typeface="+mn-cs"/>
      </a:defRPr>
    </a:lvl3pPr>
    <a:lvl4pPr marL="1371600" algn="l" defTabSz="914400" rtl="0" eaLnBrk="1" latinLnBrk="0" hangingPunct="1">
      <a:defRPr sz="1200" kern="1200">
        <a:solidFill>
          <a:schemeClr val="bg1"/>
        </a:solidFill>
        <a:latin typeface="+mn-lt"/>
        <a:ea typeface="+mn-ea"/>
        <a:cs typeface="+mn-cs"/>
      </a:defRPr>
    </a:lvl4pPr>
    <a:lvl5pPr marL="1828800" algn="l" defTabSz="914400" rtl="0" eaLnBrk="1" latinLnBrk="0" hangingPunct="1">
      <a:defRPr sz="1200" kern="1200">
        <a:solidFill>
          <a:schemeClr val="bg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B670-8595-6BA5-020E-9734E9E55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807A6-75C0-AEE0-6B37-27921166A43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09C36DB-DAEA-269C-A915-FC3FD995A0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0324F471-B776-4B07-6606-C6DB70E93A78}"/>
              </a:ext>
            </a:extLst>
          </p:cNvPr>
          <p:cNvSpPr>
            <a:spLocks noGrp="1"/>
          </p:cNvSpPr>
          <p:nvPr>
            <p:ph type="sldNum" sz="quarter" idx="5"/>
          </p:nvPr>
        </p:nvSpPr>
        <p:spPr/>
        <p:txBody>
          <a:bodyPr/>
          <a:lstStyle/>
          <a:p>
            <a:fld id="{C1E6E78A-2BC6-4315-8265-F8E492C7E0D3}" type="slidenum">
              <a:rPr lang="en-GB" smtClean="0"/>
              <a:pPr/>
              <a:t>1</a:t>
            </a:fld>
            <a:endParaRPr lang="en-GB" sz="1050"/>
          </a:p>
        </p:txBody>
      </p:sp>
    </p:spTree>
    <p:extLst>
      <p:ext uri="{BB962C8B-B14F-4D97-AF65-F5344CB8AC3E}">
        <p14:creationId xmlns:p14="http://schemas.microsoft.com/office/powerpoint/2010/main" val="419732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F9D58-428E-22F3-6D41-F024D3CA6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F15F28-C3AC-6062-1E54-F037F4DF9CB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DD6D4A9-D0F3-00A5-C57A-E79FF5B3F3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0529E5E0-F014-C245-0626-819DE713DB43}"/>
              </a:ext>
            </a:extLst>
          </p:cNvPr>
          <p:cNvSpPr>
            <a:spLocks noGrp="1"/>
          </p:cNvSpPr>
          <p:nvPr>
            <p:ph type="sldNum" sz="quarter" idx="5"/>
          </p:nvPr>
        </p:nvSpPr>
        <p:spPr/>
        <p:txBody>
          <a:bodyPr/>
          <a:lstStyle/>
          <a:p>
            <a:fld id="{C1E6E78A-2BC6-4315-8265-F8E492C7E0D3}" type="slidenum">
              <a:rPr lang="en-GB" smtClean="0"/>
              <a:pPr/>
              <a:t>2</a:t>
            </a:fld>
            <a:endParaRPr lang="en-GB" sz="1050"/>
          </a:p>
        </p:txBody>
      </p:sp>
    </p:spTree>
    <p:extLst>
      <p:ext uri="{BB962C8B-B14F-4D97-AF65-F5344CB8AC3E}">
        <p14:creationId xmlns:p14="http://schemas.microsoft.com/office/powerpoint/2010/main" val="37986042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AB898-3905-2AD7-F3C4-AC25DCC0C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F46AC-F51C-134E-9CB1-832DB4EC1C4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F0EE165-4EAD-55F1-4C9D-0E3B6D78909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75EDBE10-9E80-4347-4B9E-B5E37554CAFE}"/>
              </a:ext>
            </a:extLst>
          </p:cNvPr>
          <p:cNvSpPr>
            <a:spLocks noGrp="1"/>
          </p:cNvSpPr>
          <p:nvPr>
            <p:ph type="sldNum" sz="quarter" idx="5"/>
          </p:nvPr>
        </p:nvSpPr>
        <p:spPr/>
        <p:txBody>
          <a:bodyPr/>
          <a:lstStyle/>
          <a:p>
            <a:fld id="{C1E6E78A-2BC6-4315-8265-F8E492C7E0D3}" type="slidenum">
              <a:rPr lang="en-GB" smtClean="0"/>
              <a:pPr/>
              <a:t>3</a:t>
            </a:fld>
            <a:endParaRPr lang="en-GB" sz="1050"/>
          </a:p>
        </p:txBody>
      </p:sp>
    </p:spTree>
    <p:extLst>
      <p:ext uri="{BB962C8B-B14F-4D97-AF65-F5344CB8AC3E}">
        <p14:creationId xmlns:p14="http://schemas.microsoft.com/office/powerpoint/2010/main" val="1479185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724DA-D6BE-7301-BAED-C881BC5A81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41005-B1BE-9836-D3AD-32D0E18D8D3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0A4C95F-CD76-7B4D-5CEF-B99871EC87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A80551B4-07FB-A547-8542-81EB424954C3}"/>
              </a:ext>
            </a:extLst>
          </p:cNvPr>
          <p:cNvSpPr>
            <a:spLocks noGrp="1"/>
          </p:cNvSpPr>
          <p:nvPr>
            <p:ph type="sldNum" sz="quarter" idx="5"/>
          </p:nvPr>
        </p:nvSpPr>
        <p:spPr/>
        <p:txBody>
          <a:bodyPr/>
          <a:lstStyle/>
          <a:p>
            <a:fld id="{C1E6E78A-2BC6-4315-8265-F8E492C7E0D3}" type="slidenum">
              <a:rPr lang="en-GB" smtClean="0"/>
              <a:pPr/>
              <a:t>4</a:t>
            </a:fld>
            <a:endParaRPr lang="en-GB" sz="1050"/>
          </a:p>
        </p:txBody>
      </p:sp>
    </p:spTree>
    <p:extLst>
      <p:ext uri="{BB962C8B-B14F-4D97-AF65-F5344CB8AC3E}">
        <p14:creationId xmlns:p14="http://schemas.microsoft.com/office/powerpoint/2010/main" val="4040129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66270-544F-1CBC-C217-1CE976979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1B729-2ED3-0186-BE9C-0FDC304A439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E77A4BC-6F08-548E-596E-863CC22401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ABB40BB1-CCCB-A742-B593-29E18316EF72}"/>
              </a:ext>
            </a:extLst>
          </p:cNvPr>
          <p:cNvSpPr>
            <a:spLocks noGrp="1"/>
          </p:cNvSpPr>
          <p:nvPr>
            <p:ph type="sldNum" sz="quarter" idx="5"/>
          </p:nvPr>
        </p:nvSpPr>
        <p:spPr/>
        <p:txBody>
          <a:bodyPr/>
          <a:lstStyle/>
          <a:p>
            <a:fld id="{C1E6E78A-2BC6-4315-8265-F8E492C7E0D3}" type="slidenum">
              <a:rPr lang="en-GB" smtClean="0"/>
              <a:pPr/>
              <a:t>5</a:t>
            </a:fld>
            <a:endParaRPr lang="en-GB" sz="1050"/>
          </a:p>
        </p:txBody>
      </p:sp>
    </p:spTree>
    <p:extLst>
      <p:ext uri="{BB962C8B-B14F-4D97-AF65-F5344CB8AC3E}">
        <p14:creationId xmlns:p14="http://schemas.microsoft.com/office/powerpoint/2010/main" val="3384132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63CE1-EDE9-97C6-036F-C5FEFAD17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2199A-3CDB-A3F2-E8A7-A0DBF99730B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DDC0A29-19A8-50A3-66AC-90DF39315B1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D03BA946-DD0D-DB29-F240-40664896664C}"/>
              </a:ext>
            </a:extLst>
          </p:cNvPr>
          <p:cNvSpPr>
            <a:spLocks noGrp="1"/>
          </p:cNvSpPr>
          <p:nvPr>
            <p:ph type="sldNum" sz="quarter" idx="5"/>
          </p:nvPr>
        </p:nvSpPr>
        <p:spPr/>
        <p:txBody>
          <a:bodyPr/>
          <a:lstStyle/>
          <a:p>
            <a:fld id="{C1E6E78A-2BC6-4315-8265-F8E492C7E0D3}" type="slidenum">
              <a:rPr lang="en-GB" smtClean="0"/>
              <a:pPr/>
              <a:t>6</a:t>
            </a:fld>
            <a:endParaRPr lang="en-GB" sz="1050"/>
          </a:p>
        </p:txBody>
      </p:sp>
    </p:spTree>
    <p:extLst>
      <p:ext uri="{BB962C8B-B14F-4D97-AF65-F5344CB8AC3E}">
        <p14:creationId xmlns:p14="http://schemas.microsoft.com/office/powerpoint/2010/main" val="1175184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0D1CA-9E4D-314B-B447-9B2D15DF0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5D894-FBDC-A48E-A372-D568C4524E5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5F73658-C91F-A905-500F-8EE0B3B4B7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A4B44661-1C67-A475-C218-EC1F0C8669AB}"/>
              </a:ext>
            </a:extLst>
          </p:cNvPr>
          <p:cNvSpPr>
            <a:spLocks noGrp="1"/>
          </p:cNvSpPr>
          <p:nvPr>
            <p:ph type="sldNum" sz="quarter" idx="5"/>
          </p:nvPr>
        </p:nvSpPr>
        <p:spPr/>
        <p:txBody>
          <a:bodyPr/>
          <a:lstStyle/>
          <a:p>
            <a:fld id="{C1E6E78A-2BC6-4315-8265-F8E492C7E0D3}" type="slidenum">
              <a:rPr lang="en-GB" smtClean="0"/>
              <a:pPr/>
              <a:t>7</a:t>
            </a:fld>
            <a:endParaRPr lang="en-GB" sz="1050"/>
          </a:p>
        </p:txBody>
      </p:sp>
    </p:spTree>
    <p:extLst>
      <p:ext uri="{BB962C8B-B14F-4D97-AF65-F5344CB8AC3E}">
        <p14:creationId xmlns:p14="http://schemas.microsoft.com/office/powerpoint/2010/main" val="2756647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1D71F-A85E-013A-1B0A-DEF9078DC0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CE91D-9DA5-93C4-1AB2-93229AB49A5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29276B0-F99F-BF43-64A8-2F81D58745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814ADD9A-9633-9F40-2A7A-E721FB83BD2E}"/>
              </a:ext>
            </a:extLst>
          </p:cNvPr>
          <p:cNvSpPr>
            <a:spLocks noGrp="1"/>
          </p:cNvSpPr>
          <p:nvPr>
            <p:ph type="sldNum" sz="quarter" idx="5"/>
          </p:nvPr>
        </p:nvSpPr>
        <p:spPr/>
        <p:txBody>
          <a:bodyPr/>
          <a:lstStyle/>
          <a:p>
            <a:fld id="{C1E6E78A-2BC6-4315-8265-F8E492C7E0D3}" type="slidenum">
              <a:rPr lang="en-GB" smtClean="0"/>
              <a:pPr/>
              <a:t>8</a:t>
            </a:fld>
            <a:endParaRPr lang="en-GB" sz="1050"/>
          </a:p>
        </p:txBody>
      </p:sp>
    </p:spTree>
    <p:extLst>
      <p:ext uri="{BB962C8B-B14F-4D97-AF65-F5344CB8AC3E}">
        <p14:creationId xmlns:p14="http://schemas.microsoft.com/office/powerpoint/2010/main" val="2670260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101BB-37E7-CCCA-BE0F-DC4F6FB81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DC2B8-7A7E-FDB4-67C8-B2EBA4676D7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0472542-6E5F-6AE7-D925-A860520331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1B0F98DF-047B-048B-5024-F54CABEA229A}"/>
              </a:ext>
            </a:extLst>
          </p:cNvPr>
          <p:cNvSpPr>
            <a:spLocks noGrp="1"/>
          </p:cNvSpPr>
          <p:nvPr>
            <p:ph type="sldNum" sz="quarter" idx="5"/>
          </p:nvPr>
        </p:nvSpPr>
        <p:spPr/>
        <p:txBody>
          <a:bodyPr/>
          <a:lstStyle/>
          <a:p>
            <a:fld id="{C1E6E78A-2BC6-4315-8265-F8E492C7E0D3}" type="slidenum">
              <a:rPr lang="en-GB" smtClean="0"/>
              <a:pPr/>
              <a:t>9</a:t>
            </a:fld>
            <a:endParaRPr lang="en-GB" sz="1050"/>
          </a:p>
        </p:txBody>
      </p:sp>
    </p:spTree>
    <p:extLst>
      <p:ext uri="{BB962C8B-B14F-4D97-AF65-F5344CB8AC3E}">
        <p14:creationId xmlns:p14="http://schemas.microsoft.com/office/powerpoint/2010/main" val="2093752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B4455-9855-DDE2-CE9C-207F4FC71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DE48E-9D9C-5F3B-6D4D-478706D669B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B2B0120-B02E-372E-8FEF-CE72D430B5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8D632FAD-9BE3-32BE-A0FF-E07DF9E62E7F}"/>
              </a:ext>
            </a:extLst>
          </p:cNvPr>
          <p:cNvSpPr>
            <a:spLocks noGrp="1"/>
          </p:cNvSpPr>
          <p:nvPr>
            <p:ph type="sldNum" sz="quarter" idx="5"/>
          </p:nvPr>
        </p:nvSpPr>
        <p:spPr/>
        <p:txBody>
          <a:bodyPr/>
          <a:lstStyle/>
          <a:p>
            <a:fld id="{C1E6E78A-2BC6-4315-8265-F8E492C7E0D3}" type="slidenum">
              <a:rPr lang="en-GB" smtClean="0"/>
              <a:pPr/>
              <a:t>10</a:t>
            </a:fld>
            <a:endParaRPr lang="en-GB" sz="1050"/>
          </a:p>
        </p:txBody>
      </p:sp>
    </p:spTree>
    <p:extLst>
      <p:ext uri="{BB962C8B-B14F-4D97-AF65-F5344CB8AC3E}">
        <p14:creationId xmlns:p14="http://schemas.microsoft.com/office/powerpoint/2010/main" val="288294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391CA-EF16-48FF-330A-E9F8E3544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C5873-0C38-4CFD-4A5E-976576AC1A2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5BEFDDF-C8E7-ED31-E7FB-C6FCE4307C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18C1669E-6A17-984F-E567-2B6F7449FAC9}"/>
              </a:ext>
            </a:extLst>
          </p:cNvPr>
          <p:cNvSpPr>
            <a:spLocks noGrp="1"/>
          </p:cNvSpPr>
          <p:nvPr>
            <p:ph type="sldNum" sz="quarter" idx="5"/>
          </p:nvPr>
        </p:nvSpPr>
        <p:spPr/>
        <p:txBody>
          <a:bodyPr/>
          <a:lstStyle/>
          <a:p>
            <a:fld id="{C1E6E78A-2BC6-4315-8265-F8E492C7E0D3}" type="slidenum">
              <a:rPr lang="en-GB" smtClean="0"/>
              <a:pPr/>
              <a:t>11</a:t>
            </a:fld>
            <a:endParaRPr lang="en-GB" sz="1050"/>
          </a:p>
        </p:txBody>
      </p:sp>
    </p:spTree>
    <p:extLst>
      <p:ext uri="{BB962C8B-B14F-4D97-AF65-F5344CB8AC3E}">
        <p14:creationId xmlns:p14="http://schemas.microsoft.com/office/powerpoint/2010/main" val="4218784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B6C2D-277E-C120-B128-3E5CA30FA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8EA12-DA4D-EACA-BC80-C028322996B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704BCC5-CD9E-7AE5-60D7-0F5B3D4293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5E57E347-E67C-1CA1-A5FD-47E80523EEE0}"/>
              </a:ext>
            </a:extLst>
          </p:cNvPr>
          <p:cNvSpPr>
            <a:spLocks noGrp="1"/>
          </p:cNvSpPr>
          <p:nvPr>
            <p:ph type="sldNum" sz="quarter" idx="5"/>
          </p:nvPr>
        </p:nvSpPr>
        <p:spPr/>
        <p:txBody>
          <a:bodyPr/>
          <a:lstStyle/>
          <a:p>
            <a:fld id="{C1E6E78A-2BC6-4315-8265-F8E492C7E0D3}" type="slidenum">
              <a:rPr lang="en-GB" smtClean="0"/>
              <a:pPr/>
              <a:t>12</a:t>
            </a:fld>
            <a:endParaRPr lang="en-GB" sz="1050"/>
          </a:p>
        </p:txBody>
      </p:sp>
    </p:spTree>
    <p:extLst>
      <p:ext uri="{BB962C8B-B14F-4D97-AF65-F5344CB8AC3E}">
        <p14:creationId xmlns:p14="http://schemas.microsoft.com/office/powerpoint/2010/main" val="353024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3F3F4-7A7D-E276-9727-024EE63C8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ECBFF-7C91-4873-17E5-AD42F1F6865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14CD545-B32C-27FD-31D8-60AA40C2426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5EB11E0D-9BE6-5734-44E9-58E986DF6A84}"/>
              </a:ext>
            </a:extLst>
          </p:cNvPr>
          <p:cNvSpPr>
            <a:spLocks noGrp="1"/>
          </p:cNvSpPr>
          <p:nvPr>
            <p:ph type="sldNum" sz="quarter" idx="5"/>
          </p:nvPr>
        </p:nvSpPr>
        <p:spPr/>
        <p:txBody>
          <a:bodyPr/>
          <a:lstStyle/>
          <a:p>
            <a:fld id="{C1E6E78A-2BC6-4315-8265-F8E492C7E0D3}" type="slidenum">
              <a:rPr lang="en-GB" smtClean="0"/>
              <a:pPr/>
              <a:t>13</a:t>
            </a:fld>
            <a:endParaRPr lang="en-GB" sz="1050"/>
          </a:p>
        </p:txBody>
      </p:sp>
    </p:spTree>
    <p:extLst>
      <p:ext uri="{BB962C8B-B14F-4D97-AF65-F5344CB8AC3E}">
        <p14:creationId xmlns:p14="http://schemas.microsoft.com/office/powerpoint/2010/main" val="1250895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p:cNvSpPr>
            <a:spLocks noGrp="1"/>
          </p:cNvSpPr>
          <p:nvPr>
            <p:ph type="sldNum" sz="quarter" idx="5"/>
          </p:nvPr>
        </p:nvSpPr>
        <p:spPr/>
        <p:txBody>
          <a:bodyPr/>
          <a:lstStyle/>
          <a:p>
            <a:fld id="{C1E6E78A-2BC6-4315-8265-F8E492C7E0D3}" type="slidenum">
              <a:rPr lang="en-GB" smtClean="0"/>
              <a:pPr/>
              <a:t>14</a:t>
            </a:fld>
            <a:endParaRPr lang="en-GB" sz="1050"/>
          </a:p>
        </p:txBody>
      </p:sp>
    </p:spTree>
    <p:extLst>
      <p:ext uri="{BB962C8B-B14F-4D97-AF65-F5344CB8AC3E}">
        <p14:creationId xmlns:p14="http://schemas.microsoft.com/office/powerpoint/2010/main" val="2695643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C7F88-F1F8-A170-04E0-3CA7DB2EC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DACD4-267D-63A5-0953-D4D9EF49634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B2C7068-37A5-48D0-E4EA-89370371A8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8A05C255-0FD6-DD91-E3E6-CB3E063C76F4}"/>
              </a:ext>
            </a:extLst>
          </p:cNvPr>
          <p:cNvSpPr>
            <a:spLocks noGrp="1"/>
          </p:cNvSpPr>
          <p:nvPr>
            <p:ph type="sldNum" sz="quarter" idx="5"/>
          </p:nvPr>
        </p:nvSpPr>
        <p:spPr/>
        <p:txBody>
          <a:bodyPr/>
          <a:lstStyle/>
          <a:p>
            <a:fld id="{C1E6E78A-2BC6-4315-8265-F8E492C7E0D3}" type="slidenum">
              <a:rPr lang="en-GB" smtClean="0"/>
              <a:pPr/>
              <a:t>15</a:t>
            </a:fld>
            <a:endParaRPr lang="en-GB" sz="1050"/>
          </a:p>
        </p:txBody>
      </p:sp>
    </p:spTree>
    <p:extLst>
      <p:ext uri="{BB962C8B-B14F-4D97-AF65-F5344CB8AC3E}">
        <p14:creationId xmlns:p14="http://schemas.microsoft.com/office/powerpoint/2010/main" val="2671655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EC218-639C-11FE-ABF8-B1E23D2E1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9DC50-7F06-A6E0-567C-382EA55ABF6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2F80515-9359-950F-2878-160AB97A8F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86DF5730-93EB-ABF7-A86A-57432E710AAB}"/>
              </a:ext>
            </a:extLst>
          </p:cNvPr>
          <p:cNvSpPr>
            <a:spLocks noGrp="1"/>
          </p:cNvSpPr>
          <p:nvPr>
            <p:ph type="sldNum" sz="quarter" idx="5"/>
          </p:nvPr>
        </p:nvSpPr>
        <p:spPr/>
        <p:txBody>
          <a:bodyPr/>
          <a:lstStyle/>
          <a:p>
            <a:fld id="{C1E6E78A-2BC6-4315-8265-F8E492C7E0D3}" type="slidenum">
              <a:rPr lang="en-GB" smtClean="0"/>
              <a:pPr/>
              <a:t>16</a:t>
            </a:fld>
            <a:endParaRPr lang="en-GB" sz="1050"/>
          </a:p>
        </p:txBody>
      </p:sp>
    </p:spTree>
    <p:extLst>
      <p:ext uri="{BB962C8B-B14F-4D97-AF65-F5344CB8AC3E}">
        <p14:creationId xmlns:p14="http://schemas.microsoft.com/office/powerpoint/2010/main" val="2989228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610F6-7755-FF09-38FA-56AE1F3AB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8D3F3-E286-02C6-EA6B-E94669D5543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48EACCA-24CB-C7B1-B322-14A5DE12BB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4</a:t>
            </a:r>
          </a:p>
          <a:p>
            <a:endParaRPr lang="en-GB" dirty="0"/>
          </a:p>
        </p:txBody>
      </p:sp>
      <p:sp>
        <p:nvSpPr>
          <p:cNvPr id="4" name="Slide Number Placeholder 3">
            <a:extLst>
              <a:ext uri="{FF2B5EF4-FFF2-40B4-BE49-F238E27FC236}">
                <a16:creationId xmlns:a16="http://schemas.microsoft.com/office/drawing/2014/main" id="{33889125-966A-D250-DA5E-F328BA2CB931}"/>
              </a:ext>
            </a:extLst>
          </p:cNvPr>
          <p:cNvSpPr>
            <a:spLocks noGrp="1"/>
          </p:cNvSpPr>
          <p:nvPr>
            <p:ph type="sldNum" sz="quarter" idx="5"/>
          </p:nvPr>
        </p:nvSpPr>
        <p:spPr/>
        <p:txBody>
          <a:bodyPr/>
          <a:lstStyle/>
          <a:p>
            <a:fld id="{C1E6E78A-2BC6-4315-8265-F8E492C7E0D3}" type="slidenum">
              <a:rPr lang="en-GB" smtClean="0"/>
              <a:t>17</a:t>
            </a:fld>
            <a:endParaRPr lang="en-GB"/>
          </a:p>
        </p:txBody>
      </p:sp>
    </p:spTree>
    <p:extLst>
      <p:ext uri="{BB962C8B-B14F-4D97-AF65-F5344CB8AC3E}">
        <p14:creationId xmlns:p14="http://schemas.microsoft.com/office/powerpoint/2010/main" val="28983863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87707-5A23-7D56-033D-19A91A834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60249-962F-A417-D15F-AE456B84B68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61DC40A-47F2-5DD5-DC8B-C8B4724C13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4</a:t>
            </a:r>
          </a:p>
          <a:p>
            <a:endParaRPr lang="en-GB" dirty="0"/>
          </a:p>
        </p:txBody>
      </p:sp>
      <p:sp>
        <p:nvSpPr>
          <p:cNvPr id="4" name="Slide Number Placeholder 3">
            <a:extLst>
              <a:ext uri="{FF2B5EF4-FFF2-40B4-BE49-F238E27FC236}">
                <a16:creationId xmlns:a16="http://schemas.microsoft.com/office/drawing/2014/main" id="{276218AD-B6FE-9DAA-795B-0DA426EE9EC0}"/>
              </a:ext>
            </a:extLst>
          </p:cNvPr>
          <p:cNvSpPr>
            <a:spLocks noGrp="1"/>
          </p:cNvSpPr>
          <p:nvPr>
            <p:ph type="sldNum" sz="quarter" idx="5"/>
          </p:nvPr>
        </p:nvSpPr>
        <p:spPr/>
        <p:txBody>
          <a:bodyPr/>
          <a:lstStyle/>
          <a:p>
            <a:fld id="{C1E6E78A-2BC6-4315-8265-F8E492C7E0D3}" type="slidenum">
              <a:rPr lang="en-GB" smtClean="0"/>
              <a:t>18</a:t>
            </a:fld>
            <a:endParaRPr lang="en-GB"/>
          </a:p>
        </p:txBody>
      </p:sp>
    </p:spTree>
    <p:extLst>
      <p:ext uri="{BB962C8B-B14F-4D97-AF65-F5344CB8AC3E}">
        <p14:creationId xmlns:p14="http://schemas.microsoft.com/office/powerpoint/2010/main" val="895265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14F5-F694-6E51-B381-A50A9CD51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CAED62-0B2C-C02D-ABC7-A9D135736A3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FD4A0CC-ED41-63CC-49D7-B74DE023ADC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4</a:t>
            </a:r>
          </a:p>
          <a:p>
            <a:endParaRPr lang="en-GB" dirty="0"/>
          </a:p>
        </p:txBody>
      </p:sp>
      <p:sp>
        <p:nvSpPr>
          <p:cNvPr id="4" name="Slide Number Placeholder 3">
            <a:extLst>
              <a:ext uri="{FF2B5EF4-FFF2-40B4-BE49-F238E27FC236}">
                <a16:creationId xmlns:a16="http://schemas.microsoft.com/office/drawing/2014/main" id="{1DBD01C8-D6B0-2A8C-7A52-B6E18C657CFD}"/>
              </a:ext>
            </a:extLst>
          </p:cNvPr>
          <p:cNvSpPr>
            <a:spLocks noGrp="1"/>
          </p:cNvSpPr>
          <p:nvPr>
            <p:ph type="sldNum" sz="quarter" idx="5"/>
          </p:nvPr>
        </p:nvSpPr>
        <p:spPr/>
        <p:txBody>
          <a:bodyPr/>
          <a:lstStyle/>
          <a:p>
            <a:fld id="{C1E6E78A-2BC6-4315-8265-F8E492C7E0D3}" type="slidenum">
              <a:rPr lang="en-GB" smtClean="0"/>
              <a:t>19</a:t>
            </a:fld>
            <a:endParaRPr lang="en-GB"/>
          </a:p>
        </p:txBody>
      </p:sp>
    </p:spTree>
    <p:extLst>
      <p:ext uri="{BB962C8B-B14F-4D97-AF65-F5344CB8AC3E}">
        <p14:creationId xmlns:p14="http://schemas.microsoft.com/office/powerpoint/2010/main" val="2906545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D5F3-C075-B17F-F437-73C1587E9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DCC8F-F002-4447-A88E-6001435F8AF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9657015-5D33-A505-19F1-C92F16CC60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DCDEAD39-156D-E0CC-349B-530D7490CC4F}"/>
              </a:ext>
            </a:extLst>
          </p:cNvPr>
          <p:cNvSpPr>
            <a:spLocks noGrp="1"/>
          </p:cNvSpPr>
          <p:nvPr>
            <p:ph type="sldNum" sz="quarter" idx="5"/>
          </p:nvPr>
        </p:nvSpPr>
        <p:spPr/>
        <p:txBody>
          <a:bodyPr/>
          <a:lstStyle/>
          <a:p>
            <a:fld id="{C1E6E78A-2BC6-4315-8265-F8E492C7E0D3}" type="slidenum">
              <a:rPr lang="en-GB" smtClean="0"/>
              <a:pPr/>
              <a:t>20</a:t>
            </a:fld>
            <a:endParaRPr lang="en-GB" sz="1050"/>
          </a:p>
        </p:txBody>
      </p:sp>
    </p:spTree>
    <p:extLst>
      <p:ext uri="{BB962C8B-B14F-4D97-AF65-F5344CB8AC3E}">
        <p14:creationId xmlns:p14="http://schemas.microsoft.com/office/powerpoint/2010/main" val="1771985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CF641-BB4A-812F-76BC-08442AF3B4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B6A1F-709B-C481-5BBC-0FF5FDAFD52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19BD41C-0579-8736-DFE5-EC4F583E0E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C7764651-CCB4-32A7-DBF1-D48FCCE45F0D}"/>
              </a:ext>
            </a:extLst>
          </p:cNvPr>
          <p:cNvSpPr>
            <a:spLocks noGrp="1"/>
          </p:cNvSpPr>
          <p:nvPr>
            <p:ph type="sldNum" sz="quarter" idx="5"/>
          </p:nvPr>
        </p:nvSpPr>
        <p:spPr/>
        <p:txBody>
          <a:bodyPr/>
          <a:lstStyle/>
          <a:p>
            <a:fld id="{C1E6E78A-2BC6-4315-8265-F8E492C7E0D3}" type="slidenum">
              <a:rPr lang="en-GB" smtClean="0"/>
              <a:pPr/>
              <a:t>21</a:t>
            </a:fld>
            <a:endParaRPr lang="en-GB" sz="1050"/>
          </a:p>
        </p:txBody>
      </p:sp>
    </p:spTree>
    <p:extLst>
      <p:ext uri="{BB962C8B-B14F-4D97-AF65-F5344CB8AC3E}">
        <p14:creationId xmlns:p14="http://schemas.microsoft.com/office/powerpoint/2010/main" val="1396330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4</a:t>
            </a:r>
          </a:p>
          <a:p>
            <a:endParaRPr lang="en-GB" dirty="0"/>
          </a:p>
        </p:txBody>
      </p:sp>
      <p:sp>
        <p:nvSpPr>
          <p:cNvPr id="4" name="Slide Number Placeholder 3"/>
          <p:cNvSpPr>
            <a:spLocks noGrp="1"/>
          </p:cNvSpPr>
          <p:nvPr>
            <p:ph type="sldNum" sz="quarter" idx="5"/>
          </p:nvPr>
        </p:nvSpPr>
        <p:spPr/>
        <p:txBody>
          <a:bodyPr/>
          <a:lstStyle/>
          <a:p>
            <a:fld id="{C1E6E78A-2BC6-4315-8265-F8E492C7E0D3}" type="slidenum">
              <a:rPr lang="en-GB" smtClean="0"/>
              <a:t>22</a:t>
            </a:fld>
            <a:endParaRPr lang="en-GB"/>
          </a:p>
        </p:txBody>
      </p:sp>
    </p:spTree>
    <p:extLst>
      <p:ext uri="{BB962C8B-B14F-4D97-AF65-F5344CB8AC3E}">
        <p14:creationId xmlns:p14="http://schemas.microsoft.com/office/powerpoint/2010/main" val="1054678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F4F1-3984-EB5D-2E0D-7AD0B3641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67271-1C28-F511-FE60-B0F48BE1AF0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4047394-931B-5318-95AA-E33CA17ECC2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TEXT SLIDE OPTION 1</a:t>
            </a:r>
          </a:p>
          <a:p>
            <a:endParaRPr lang="en-GB" dirty="0"/>
          </a:p>
          <a:p>
            <a:endParaRPr lang="en-GB" dirty="0"/>
          </a:p>
        </p:txBody>
      </p:sp>
      <p:sp>
        <p:nvSpPr>
          <p:cNvPr id="4" name="Slide Number Placeholder 3">
            <a:extLst>
              <a:ext uri="{FF2B5EF4-FFF2-40B4-BE49-F238E27FC236}">
                <a16:creationId xmlns:a16="http://schemas.microsoft.com/office/drawing/2014/main" id="{03C1FD2B-5BFA-A7EE-FC71-EFB212905466}"/>
              </a:ext>
            </a:extLst>
          </p:cNvPr>
          <p:cNvSpPr>
            <a:spLocks noGrp="1"/>
          </p:cNvSpPr>
          <p:nvPr>
            <p:ph type="sldNum" sz="quarter" idx="5"/>
          </p:nvPr>
        </p:nvSpPr>
        <p:spPr/>
        <p:txBody>
          <a:bodyPr/>
          <a:lstStyle/>
          <a:p>
            <a:fld id="{C1E6E78A-2BC6-4315-8265-F8E492C7E0D3}" type="slidenum">
              <a:rPr lang="en-GB" smtClean="0"/>
              <a:pPr/>
              <a:t>23</a:t>
            </a:fld>
            <a:endParaRPr lang="en-GB" sz="1050"/>
          </a:p>
        </p:txBody>
      </p:sp>
    </p:spTree>
    <p:extLst>
      <p:ext uri="{BB962C8B-B14F-4D97-AF65-F5344CB8AC3E}">
        <p14:creationId xmlns:p14="http://schemas.microsoft.com/office/powerpoint/2010/main" val="28593636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1.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jp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7.svg"/><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7.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1">
    <p:bg bwMode="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DEFE7871-BD0E-EE68-486B-1382F9F78F96}"/>
              </a:ext>
            </a:extLst>
          </p:cNvPr>
          <p:cNvSpPr>
            <a:spLocks noGrp="1"/>
          </p:cNvSpPr>
          <p:nvPr>
            <p:ph type="pic" sz="quarter" idx="14" hasCustomPrompt="1"/>
          </p:nvPr>
        </p:nvSpPr>
        <p:spPr bwMode="gray">
          <a:xfrm>
            <a:off x="4796777" y="0"/>
            <a:ext cx="7390897" cy="6858000"/>
          </a:xfrm>
          <a:custGeom>
            <a:avLst/>
            <a:gdLst>
              <a:gd name="csX0" fmla="*/ 261328 w 7390897"/>
              <a:gd name="csY0" fmla="*/ 2316399 h 6858000"/>
              <a:gd name="csX1" fmla="*/ 905989 w 7390897"/>
              <a:gd name="csY1" fmla="*/ 2456529 h 6858000"/>
              <a:gd name="csX2" fmla="*/ 1022197 w 7390897"/>
              <a:gd name="csY2" fmla="*/ 2517465 h 6858000"/>
              <a:gd name="csX3" fmla="*/ 1241305 w 7390897"/>
              <a:gd name="csY3" fmla="*/ 2673347 h 6858000"/>
              <a:gd name="csX4" fmla="*/ 1293660 w 7390897"/>
              <a:gd name="csY4" fmla="*/ 2717574 h 6858000"/>
              <a:gd name="csX5" fmla="*/ 1296097 w 7390897"/>
              <a:gd name="csY5" fmla="*/ 2715516 h 6858000"/>
              <a:gd name="csX6" fmla="*/ 1296097 w 7390897"/>
              <a:gd name="csY6" fmla="*/ 4549588 h 6858000"/>
              <a:gd name="csX7" fmla="*/ 1294032 w 7390897"/>
              <a:gd name="csY7" fmla="*/ 4551212 h 6858000"/>
              <a:gd name="csX8" fmla="*/ 1293660 w 7390897"/>
              <a:gd name="csY8" fmla="*/ 4551212 h 6858000"/>
              <a:gd name="csX9" fmla="*/ 1293292 w 7390897"/>
              <a:gd name="csY9" fmla="*/ 4551212 h 6858000"/>
              <a:gd name="csX10" fmla="*/ 0 w 7390897"/>
              <a:gd name="csY10" fmla="*/ 4035165 h 6858000"/>
              <a:gd name="csX11" fmla="*/ 0 w 7390897"/>
              <a:gd name="csY11" fmla="*/ 2335457 h 6858000"/>
              <a:gd name="csX12" fmla="*/ 261328 w 7390897"/>
              <a:gd name="csY12" fmla="*/ 2316399 h 6858000"/>
              <a:gd name="csX13" fmla="*/ 1296097 w 7390897"/>
              <a:gd name="csY13" fmla="*/ 0 h 6858000"/>
              <a:gd name="csX14" fmla="*/ 7390897 w 7390897"/>
              <a:gd name="csY14" fmla="*/ 0 h 6858000"/>
              <a:gd name="csX15" fmla="*/ 7390897 w 7390897"/>
              <a:gd name="csY15" fmla="*/ 6858000 h 6858000"/>
              <a:gd name="csX16" fmla="*/ 1296097 w 7390897"/>
              <a:gd name="csY16" fmla="*/ 6858000 h 6858000"/>
              <a:gd name="csX17" fmla="*/ 1296097 w 7390897"/>
              <a:gd name="csY17" fmla="*/ 4549588 h 6858000"/>
              <a:gd name="csX18" fmla="*/ 1454651 w 7390897"/>
              <a:gd name="csY18" fmla="*/ 4424820 h 6858000"/>
              <a:gd name="csX19" fmla="*/ 2587319 w 7390897"/>
              <a:gd name="csY19" fmla="*/ 4035165 h 6858000"/>
              <a:gd name="csX20" fmla="*/ 2587319 w 7390897"/>
              <a:gd name="csY20" fmla="*/ 2335457 h 6858000"/>
              <a:gd name="csX21" fmla="*/ 2326000 w 7390897"/>
              <a:gd name="csY21" fmla="*/ 2316399 h 6858000"/>
              <a:gd name="csX22" fmla="*/ 1681339 w 7390897"/>
              <a:gd name="csY22" fmla="*/ 2456529 h 6858000"/>
              <a:gd name="csX23" fmla="*/ 1565132 w 7390897"/>
              <a:gd name="csY23" fmla="*/ 2517465 h 6858000"/>
              <a:gd name="csX24" fmla="*/ 1346022 w 7390897"/>
              <a:gd name="csY24" fmla="*/ 2673347 h 6858000"/>
              <a:gd name="csX25" fmla="*/ 1296097 w 7390897"/>
              <a:gd name="csY25" fmla="*/ 2715516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390897" h="6858000">
                <a:moveTo>
                  <a:pt x="261328" y="2316399"/>
                </a:moveTo>
                <a:cubicBezTo>
                  <a:pt x="494829" y="2316774"/>
                  <a:pt x="709548" y="2363582"/>
                  <a:pt x="905989" y="2456529"/>
                </a:cubicBezTo>
                <a:cubicBezTo>
                  <a:pt x="945272" y="2475048"/>
                  <a:pt x="983922" y="2494916"/>
                  <a:pt x="1022197" y="2517465"/>
                </a:cubicBezTo>
                <a:cubicBezTo>
                  <a:pt x="1098040" y="2562245"/>
                  <a:pt x="1170941" y="2614256"/>
                  <a:pt x="1241305" y="2673347"/>
                </a:cubicBezTo>
                <a:lnTo>
                  <a:pt x="1293660" y="2717574"/>
                </a:lnTo>
                <a:lnTo>
                  <a:pt x="1296097" y="2715516"/>
                </a:lnTo>
                <a:lnTo>
                  <a:pt x="1296097" y="4549588"/>
                </a:lnTo>
                <a:lnTo>
                  <a:pt x="1294032" y="4551212"/>
                </a:lnTo>
                <a:lnTo>
                  <a:pt x="1293660" y="4551212"/>
                </a:lnTo>
                <a:lnTo>
                  <a:pt x="1293292" y="4551212"/>
                </a:lnTo>
                <a:cubicBezTo>
                  <a:pt x="864359" y="4187366"/>
                  <a:pt x="441423" y="4041144"/>
                  <a:pt x="0" y="4035165"/>
                </a:cubicBezTo>
                <a:lnTo>
                  <a:pt x="0" y="2335457"/>
                </a:lnTo>
                <a:cubicBezTo>
                  <a:pt x="89637" y="2323334"/>
                  <a:pt x="176883" y="2316399"/>
                  <a:pt x="261328" y="2316399"/>
                </a:cubicBezTo>
                <a:close/>
                <a:moveTo>
                  <a:pt x="1296097" y="0"/>
                </a:moveTo>
                <a:lnTo>
                  <a:pt x="7390897" y="0"/>
                </a:lnTo>
                <a:lnTo>
                  <a:pt x="7390897" y="6858000"/>
                </a:lnTo>
                <a:lnTo>
                  <a:pt x="1296097" y="6858000"/>
                </a:lnTo>
                <a:lnTo>
                  <a:pt x="1296097" y="4549588"/>
                </a:lnTo>
                <a:lnTo>
                  <a:pt x="1454651" y="4424820"/>
                </a:lnTo>
                <a:cubicBezTo>
                  <a:pt x="1828992" y="4153002"/>
                  <a:pt x="2201082" y="4040396"/>
                  <a:pt x="2587319" y="4035165"/>
                </a:cubicBezTo>
                <a:lnTo>
                  <a:pt x="2587319" y="2335457"/>
                </a:lnTo>
                <a:cubicBezTo>
                  <a:pt x="2497691" y="2323334"/>
                  <a:pt x="2410446" y="2316399"/>
                  <a:pt x="2326000" y="2316399"/>
                </a:cubicBezTo>
                <a:cubicBezTo>
                  <a:pt x="2092499" y="2316774"/>
                  <a:pt x="1877776" y="2363582"/>
                  <a:pt x="1681339" y="2456529"/>
                </a:cubicBezTo>
                <a:cubicBezTo>
                  <a:pt x="1642056" y="2475048"/>
                  <a:pt x="1603406" y="2494916"/>
                  <a:pt x="1565132" y="2517465"/>
                </a:cubicBezTo>
                <a:cubicBezTo>
                  <a:pt x="1489288" y="2562245"/>
                  <a:pt x="1416387" y="2614256"/>
                  <a:pt x="1346022" y="2673347"/>
                </a:cubicBezTo>
                <a:lnTo>
                  <a:pt x="1296097" y="2715516"/>
                </a:lnTo>
                <a:close/>
              </a:path>
            </a:pathLst>
          </a:custGeom>
          <a:noFill/>
        </p:spPr>
        <p:txBody>
          <a:bodyPr wrap="square" lIns="2520000" tIns="1080000" rIns="2340000" anchor="ctr">
            <a:noAutofit/>
          </a:bodyPr>
          <a:lstStyle>
            <a:lvl1pPr algn="ctr">
              <a:defRPr sz="1200">
                <a:solidFill>
                  <a:schemeClr val="tx1">
                    <a:lumMod val="85000"/>
                  </a:schemeClr>
                </a:solidFill>
              </a:defRPr>
            </a:lvl1pPr>
          </a:lstStyle>
          <a:p>
            <a:r>
              <a:rPr lang="en-GB" dirty="0"/>
              <a:t>Click icon above to insert picture – see user tip to the right on how to position your picture</a:t>
            </a:r>
          </a:p>
        </p:txBody>
      </p:sp>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dirty="0"/>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dirty="0"/>
          </a:p>
        </p:txBody>
      </p:sp>
      <p:sp>
        <p:nvSpPr>
          <p:cNvPr id="7" name="Title 6">
            <a:extLst>
              <a:ext uri="{FF2B5EF4-FFF2-40B4-BE49-F238E27FC236}">
                <a16:creationId xmlns:a16="http://schemas.microsoft.com/office/drawing/2014/main" id="{FAC27028-5A31-B808-ADF1-46FD565FA94C}"/>
              </a:ext>
            </a:extLst>
          </p:cNvPr>
          <p:cNvSpPr>
            <a:spLocks noGrp="1"/>
          </p:cNvSpPr>
          <p:nvPr>
            <p:ph type="title" hasCustomPrompt="1"/>
          </p:nvPr>
        </p:nvSpPr>
        <p:spPr>
          <a:xfrm>
            <a:off x="564348" y="1655139"/>
            <a:ext cx="3600598" cy="1995076"/>
          </a:xfrm>
        </p:spPr>
        <p:txBody>
          <a:bodyPr anchor="b">
            <a:noAutofit/>
          </a:bodyPr>
          <a:lstStyle>
            <a:lvl1pPr>
              <a:defRPr sz="3000" b="0" cap="all" baseline="0">
                <a:solidFill>
                  <a:schemeClr val="tx1"/>
                </a:solidFill>
                <a:latin typeface="+mn-lt"/>
              </a:defRPr>
            </a:lvl1pPr>
          </a:lstStyle>
          <a:p>
            <a:r>
              <a:rPr lang="en-US" dirty="0"/>
              <a:t>Click to add presentation title here</a:t>
            </a:r>
            <a:endParaRPr lang="en-GB" dirty="0"/>
          </a:p>
        </p:txBody>
      </p:sp>
      <p:pic>
        <p:nvPicPr>
          <p:cNvPr id="93" name="book master" hidden="1">
            <a:extLst>
              <a:ext uri="{FF2B5EF4-FFF2-40B4-BE49-F238E27FC236}">
                <a16:creationId xmlns:a16="http://schemas.microsoft.com/office/drawing/2014/main" id="{73832ED4-066E-F1C9-3E36-009C0F24DD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9931" y="28575"/>
            <a:ext cx="4131857" cy="3567793"/>
          </a:xfrm>
          <a:prstGeom prst="rect">
            <a:avLst/>
          </a:prstGeom>
        </p:spPr>
      </p:pic>
      <p:sp>
        <p:nvSpPr>
          <p:cNvPr id="17" name="Book for plain" hidden="1">
            <a:extLst>
              <a:ext uri="{FF2B5EF4-FFF2-40B4-BE49-F238E27FC236}">
                <a16:creationId xmlns:a16="http://schemas.microsoft.com/office/drawing/2014/main" id="{4C68E671-7D29-7704-3881-73364A0AADAB}"/>
              </a:ext>
            </a:extLst>
          </p:cNvPr>
          <p:cNvSpPr/>
          <p:nvPr userDrawn="1"/>
        </p:nvSpPr>
        <p:spPr>
          <a:xfrm flipV="1">
            <a:off x="4802342" y="2311594"/>
            <a:ext cx="2587317" cy="2234812"/>
          </a:xfrm>
          <a:custGeom>
            <a:avLst/>
            <a:gdLst>
              <a:gd name="csX0" fmla="*/ 1168485 w 1804087"/>
              <a:gd name="csY0" fmla="*/ 1457232 h 1558292"/>
              <a:gd name="csX1" fmla="*/ 1087456 w 1804087"/>
              <a:gd name="csY1" fmla="*/ 1414742 h 1558292"/>
              <a:gd name="csX2" fmla="*/ 934675 w 1804087"/>
              <a:gd name="csY2" fmla="*/ 1306049 h 1558292"/>
              <a:gd name="csX3" fmla="*/ 898164 w 1804087"/>
              <a:gd name="csY3" fmla="*/ 1275210 h 1558292"/>
              <a:gd name="csX4" fmla="*/ 861658 w 1804087"/>
              <a:gd name="csY4" fmla="*/ 1306049 h 1558292"/>
              <a:gd name="csX5" fmla="*/ 708878 w 1804087"/>
              <a:gd name="csY5" fmla="*/ 1414742 h 1558292"/>
              <a:gd name="csX6" fmla="*/ 627849 w 1804087"/>
              <a:gd name="csY6" fmla="*/ 1457232 h 1558292"/>
              <a:gd name="csX7" fmla="*/ 178339 w 1804087"/>
              <a:gd name="csY7" fmla="*/ 1554942 h 1558292"/>
              <a:gd name="csX8" fmla="*/ -3880 w 1804087"/>
              <a:gd name="csY8" fmla="*/ 1541653 h 1558292"/>
              <a:gd name="csX9" fmla="*/ -3880 w 1804087"/>
              <a:gd name="csY9" fmla="*/ 356479 h 1558292"/>
              <a:gd name="csX10" fmla="*/ 897908 w 1804087"/>
              <a:gd name="csY10" fmla="*/ -3351 h 1558292"/>
              <a:gd name="csX11" fmla="*/ 898164 w 1804087"/>
              <a:gd name="csY11" fmla="*/ -3351 h 1558292"/>
              <a:gd name="csX12" fmla="*/ 898424 w 1804087"/>
              <a:gd name="csY12" fmla="*/ -3351 h 1558292"/>
              <a:gd name="csX13" fmla="*/ 1800208 w 1804087"/>
              <a:gd name="csY13" fmla="*/ 356479 h 1558292"/>
              <a:gd name="csX14" fmla="*/ 1800208 w 1804087"/>
              <a:gd name="csY14" fmla="*/ 1541653 h 1558292"/>
              <a:gd name="csX15" fmla="*/ 1617995 w 1804087"/>
              <a:gd name="csY15" fmla="*/ 1554942 h 1558292"/>
              <a:gd name="csX16" fmla="*/ 1168485 w 1804087"/>
              <a:gd name="csY16" fmla="*/ 1457232 h 155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04087" h="1558292">
                <a:moveTo>
                  <a:pt x="1168485" y="1457232"/>
                </a:moveTo>
                <a:cubicBezTo>
                  <a:pt x="1141094" y="1444319"/>
                  <a:pt x="1114144" y="1430465"/>
                  <a:pt x="1087456" y="1414742"/>
                </a:cubicBezTo>
                <a:cubicBezTo>
                  <a:pt x="1034572" y="1383518"/>
                  <a:pt x="983739" y="1347252"/>
                  <a:pt x="934675" y="1306049"/>
                </a:cubicBezTo>
                <a:lnTo>
                  <a:pt x="898164" y="1275210"/>
                </a:lnTo>
                <a:lnTo>
                  <a:pt x="861658" y="1306049"/>
                </a:lnTo>
                <a:cubicBezTo>
                  <a:pt x="812595" y="1347252"/>
                  <a:pt x="761762" y="1383518"/>
                  <a:pt x="708878" y="1414742"/>
                </a:cubicBezTo>
                <a:cubicBezTo>
                  <a:pt x="682190" y="1430465"/>
                  <a:pt x="655240" y="1444319"/>
                  <a:pt x="627849" y="1457232"/>
                </a:cubicBezTo>
                <a:cubicBezTo>
                  <a:pt x="490874" y="1522042"/>
                  <a:pt x="341155" y="1554680"/>
                  <a:pt x="178339" y="1554942"/>
                </a:cubicBezTo>
                <a:cubicBezTo>
                  <a:pt x="119457" y="1554942"/>
                  <a:pt x="58622" y="1550106"/>
                  <a:pt x="-3880" y="1541653"/>
                </a:cubicBezTo>
                <a:lnTo>
                  <a:pt x="-3880" y="356479"/>
                </a:lnTo>
                <a:cubicBezTo>
                  <a:pt x="303916" y="352310"/>
                  <a:pt x="598821" y="250352"/>
                  <a:pt x="897908" y="-3351"/>
                </a:cubicBezTo>
                <a:lnTo>
                  <a:pt x="898164" y="-3351"/>
                </a:lnTo>
                <a:lnTo>
                  <a:pt x="898424" y="-3351"/>
                </a:lnTo>
                <a:cubicBezTo>
                  <a:pt x="1197513" y="250352"/>
                  <a:pt x="1492418" y="352310"/>
                  <a:pt x="1800208" y="356479"/>
                </a:cubicBezTo>
                <a:lnTo>
                  <a:pt x="1800208" y="1541653"/>
                </a:lnTo>
                <a:cubicBezTo>
                  <a:pt x="1737712" y="1550106"/>
                  <a:pt x="1676878" y="1554942"/>
                  <a:pt x="1617995" y="1554942"/>
                </a:cubicBezTo>
                <a:cubicBezTo>
                  <a:pt x="1455179" y="1554680"/>
                  <a:pt x="1305457" y="1522042"/>
                  <a:pt x="1168485" y="1457232"/>
                </a:cubicBezTo>
              </a:path>
            </a:pathLst>
          </a:custGeom>
          <a:solidFill>
            <a:schemeClr val="bg2"/>
          </a:solidFill>
          <a:ln w="201" cap="flat">
            <a:noFill/>
            <a:prstDash val="solid"/>
            <a:miter/>
          </a:ln>
        </p:spPr>
        <p:txBody>
          <a:bodyPr/>
          <a:lstStyle/>
          <a:p>
            <a:endParaRPr lang="en-GB"/>
          </a:p>
        </p:txBody>
      </p:sp>
      <p:pic>
        <p:nvPicPr>
          <p:cNvPr id="91" name="UoP logo">
            <a:extLst>
              <a:ext uri="{FF2B5EF4-FFF2-40B4-BE49-F238E27FC236}">
                <a16:creationId xmlns:a16="http://schemas.microsoft.com/office/drawing/2014/main" id="{323266F8-8C30-7A42-6B76-603BEF9F6F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64348" y="439459"/>
            <a:ext cx="2662524" cy="546025"/>
          </a:xfrm>
          <a:prstGeom prst="rect">
            <a:avLst/>
          </a:prstGeom>
        </p:spPr>
      </p:pic>
      <p:sp>
        <p:nvSpPr>
          <p:cNvPr id="11" name="Text Placeholder 10">
            <a:extLst>
              <a:ext uri="{FF2B5EF4-FFF2-40B4-BE49-F238E27FC236}">
                <a16:creationId xmlns:a16="http://schemas.microsoft.com/office/drawing/2014/main" id="{5609A192-986A-9A0E-9215-81119ADB9926}"/>
              </a:ext>
            </a:extLst>
          </p:cNvPr>
          <p:cNvSpPr>
            <a:spLocks noGrp="1"/>
          </p:cNvSpPr>
          <p:nvPr>
            <p:ph type="body" sz="quarter" idx="13" hasCustomPrompt="1"/>
          </p:nvPr>
        </p:nvSpPr>
        <p:spPr>
          <a:xfrm>
            <a:off x="564347" y="4046957"/>
            <a:ext cx="3600598" cy="1428067"/>
          </a:xfrm>
        </p:spPr>
        <p:txBody>
          <a:bodyPr tIns="0">
            <a:noAutofit/>
          </a:bodyPr>
          <a:lstStyle>
            <a:lvl1pPr marL="0" indent="0">
              <a:lnSpc>
                <a:spcPct val="110000"/>
              </a:lnSpc>
              <a:buNone/>
              <a:defRPr sz="1600">
                <a:solidFill>
                  <a:schemeClr val="tx1"/>
                </a:solidFill>
              </a:defRPr>
            </a:lvl1pPr>
          </a:lstStyle>
          <a:p>
            <a:pPr lvl="0"/>
            <a:r>
              <a:rPr lang="en-US" dirty="0"/>
              <a:t>Click to add subtitle or name of presenter here</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23" name="Group 22">
            <a:extLst>
              <a:ext uri="{FF2B5EF4-FFF2-40B4-BE49-F238E27FC236}">
                <a16:creationId xmlns:a16="http://schemas.microsoft.com/office/drawing/2014/main" id="{F0201263-C460-4552-3A56-F939DF284D4A}"/>
              </a:ext>
            </a:extLst>
          </p:cNvPr>
          <p:cNvGrpSpPr/>
          <p:nvPr userDrawn="1"/>
        </p:nvGrpSpPr>
        <p:grpSpPr bwMode="gray">
          <a:xfrm>
            <a:off x="12500380" y="3650215"/>
            <a:ext cx="2855330" cy="2691294"/>
            <a:chOff x="287522" y="320055"/>
            <a:chExt cx="2855330" cy="2691294"/>
          </a:xfrm>
        </p:grpSpPr>
        <p:sp>
          <p:nvSpPr>
            <p:cNvPr id="24" name="TextBox 23">
              <a:extLst>
                <a:ext uri="{FF2B5EF4-FFF2-40B4-BE49-F238E27FC236}">
                  <a16:creationId xmlns:a16="http://schemas.microsoft.com/office/drawing/2014/main" id="{8FC63A6A-986A-B49D-1ADD-B59214F44774}"/>
                </a:ext>
              </a:extLst>
            </p:cNvPr>
            <p:cNvSpPr txBox="1"/>
            <p:nvPr/>
          </p:nvSpPr>
          <p:spPr bwMode="gray">
            <a:xfrm>
              <a:off x="287522" y="1010801"/>
              <a:ext cx="2855330" cy="2000548"/>
            </a:xfrm>
            <a:prstGeom prst="rect">
              <a:avLst/>
            </a:prstGeom>
            <a:noFill/>
          </p:spPr>
          <p:txBody>
            <a:bodyPr wrap="square" lIns="0" tIns="0" rIns="0" bIns="0" rtlCol="0">
              <a:spAutoFit/>
            </a:bodyPr>
            <a:lstStyle/>
            <a:p>
              <a:r>
                <a:rPr lang="en-GB" sz="1000" dirty="0">
                  <a:solidFill>
                    <a:srgbClr val="000000"/>
                  </a:solidFill>
                </a:rPr>
                <a:t>If your picture</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a:p>
              <a:endParaRPr lang="en-GB" sz="1000" dirty="0">
                <a:solidFill>
                  <a:srgbClr val="000000"/>
                </a:solidFill>
              </a:endParaRPr>
            </a:p>
            <a:p>
              <a:endParaRPr lang="en-GB" sz="1000" baseline="0" dirty="0">
                <a:solidFill>
                  <a:srgbClr val="000000"/>
                </a:solidFill>
              </a:endParaRPr>
            </a:p>
            <a:p>
              <a:r>
                <a:rPr lang="en-GB" sz="1000" baseline="0" dirty="0">
                  <a:solidFill>
                    <a:srgbClr val="000000"/>
                  </a:solidFill>
                </a:rPr>
                <a:t>Finally…</a:t>
              </a:r>
            </a:p>
            <a:p>
              <a:r>
                <a:rPr lang="en-GB" sz="1000" baseline="0" dirty="0">
                  <a:solidFill>
                    <a:srgbClr val="000000"/>
                  </a:solidFill>
                </a:rPr>
                <a:t>&gt;Right click on picture</a:t>
              </a:r>
            </a:p>
            <a:p>
              <a:r>
                <a:rPr lang="en-GB" sz="1000" baseline="0" dirty="0">
                  <a:solidFill>
                    <a:srgbClr val="000000"/>
                  </a:solidFill>
                </a:rPr>
                <a:t>&gt;Send to Back</a:t>
              </a:r>
            </a:p>
            <a:p>
              <a:r>
                <a:rPr lang="en-GB" sz="1000" baseline="0" dirty="0">
                  <a:solidFill>
                    <a:srgbClr val="000000"/>
                  </a:solidFill>
                </a:rPr>
                <a:t>(this will ensure the web address still shows)</a:t>
              </a:r>
            </a:p>
          </p:txBody>
        </p:sp>
        <p:grpSp>
          <p:nvGrpSpPr>
            <p:cNvPr id="25" name="Group 24">
              <a:extLst>
                <a:ext uri="{FF2B5EF4-FFF2-40B4-BE49-F238E27FC236}">
                  <a16:creationId xmlns:a16="http://schemas.microsoft.com/office/drawing/2014/main" id="{84837ACF-1E48-17DD-6902-29234F7569B3}"/>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55C71C67-4E72-6763-92B2-1F196CE42305}"/>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C18B4D30-0920-1DDB-5DCB-689FB97D44D7}"/>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0823CD61-72A7-EA72-6341-6337618A987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6552444D-79EB-DD57-EA6C-698F3AE48A63}"/>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36" name="Text Placeholder 35">
            <a:extLst>
              <a:ext uri="{FF2B5EF4-FFF2-40B4-BE49-F238E27FC236}">
                <a16:creationId xmlns:a16="http://schemas.microsoft.com/office/drawing/2014/main" id="{47EACAD3-5E63-2C0C-07F9-CCBD3FFEA308}"/>
              </a:ext>
            </a:extLst>
          </p:cNvPr>
          <p:cNvSpPr>
            <a:spLocks noGrp="1"/>
          </p:cNvSpPr>
          <p:nvPr>
            <p:ph type="body" sz="quarter" idx="15" hasCustomPrompt="1"/>
          </p:nvPr>
        </p:nvSpPr>
        <p:spPr>
          <a:xfrm>
            <a:off x="9780994" y="5945899"/>
            <a:ext cx="1846659" cy="193899"/>
          </a:xfrm>
        </p:spPr>
        <p:txBody>
          <a:bodyPr wrap="none">
            <a:spAutoFit/>
          </a:bodyPr>
          <a:lstStyle>
            <a:lvl1pPr algn="r">
              <a:defRPr sz="1400">
                <a:solidFill>
                  <a:schemeClr val="tx1"/>
                </a:solidFill>
              </a:defRPr>
            </a:lvl1pPr>
            <a:lvl2pPr algn="r">
              <a:buNone/>
              <a:defRPr sz="1400">
                <a:solidFill>
                  <a:schemeClr val="bg1"/>
                </a:solidFill>
              </a:defRPr>
            </a:lvl2pPr>
            <a:lvl3pPr algn="r">
              <a:defRPr sz="1400">
                <a:solidFill>
                  <a:schemeClr val="bg1"/>
                </a:solidFill>
              </a:defRPr>
            </a:lvl3pPr>
            <a:lvl4pPr algn="r">
              <a:defRPr sz="1400">
                <a:solidFill>
                  <a:schemeClr val="bg1"/>
                </a:solidFill>
              </a:defRPr>
            </a:lvl4pPr>
            <a:lvl5pPr algn="r">
              <a:defRPr sz="1400">
                <a:solidFill>
                  <a:schemeClr val="bg1"/>
                </a:solidFill>
              </a:defRPr>
            </a:lvl5pPr>
          </a:lstStyle>
          <a:p>
            <a:pPr lvl="0"/>
            <a:r>
              <a:rPr lang="en-US" dirty="0"/>
              <a:t>Add web address here	</a:t>
            </a:r>
          </a:p>
        </p:txBody>
      </p:sp>
      <p:grpSp>
        <p:nvGrpSpPr>
          <p:cNvPr id="5" name="Group 4">
            <a:extLst>
              <a:ext uri="{FF2B5EF4-FFF2-40B4-BE49-F238E27FC236}">
                <a16:creationId xmlns:a16="http://schemas.microsoft.com/office/drawing/2014/main" id="{018DFE31-88C5-9A4D-87A5-62BA589615D3}"/>
              </a:ext>
            </a:extLst>
          </p:cNvPr>
          <p:cNvGrpSpPr/>
          <p:nvPr userDrawn="1"/>
        </p:nvGrpSpPr>
        <p:grpSpPr>
          <a:xfrm>
            <a:off x="-2354165" y="1556095"/>
            <a:ext cx="2136050" cy="2405077"/>
            <a:chOff x="-2894937" y="237108"/>
            <a:chExt cx="2136050" cy="2405077"/>
          </a:xfrm>
        </p:grpSpPr>
        <p:pic>
          <p:nvPicPr>
            <p:cNvPr id="6" name="Graphic 5">
              <a:extLst>
                <a:ext uri="{FF2B5EF4-FFF2-40B4-BE49-F238E27FC236}">
                  <a16:creationId xmlns:a16="http://schemas.microsoft.com/office/drawing/2014/main" id="{98F166B4-67E4-9392-269C-75A904D55B3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94937" y="237108"/>
              <a:ext cx="688256" cy="666680"/>
            </a:xfrm>
            <a:prstGeom prst="rect">
              <a:avLst/>
            </a:prstGeom>
          </p:spPr>
        </p:pic>
        <p:grpSp>
          <p:nvGrpSpPr>
            <p:cNvPr id="9" name="Group 8">
              <a:extLst>
                <a:ext uri="{FF2B5EF4-FFF2-40B4-BE49-F238E27FC236}">
                  <a16:creationId xmlns:a16="http://schemas.microsoft.com/office/drawing/2014/main" id="{D933FEF2-942B-B68D-CD82-9C376DDDF9A1}"/>
                </a:ext>
              </a:extLst>
            </p:cNvPr>
            <p:cNvGrpSpPr/>
            <p:nvPr/>
          </p:nvGrpSpPr>
          <p:grpSpPr bwMode="gray">
            <a:xfrm>
              <a:off x="-2788982" y="249901"/>
              <a:ext cx="2030095" cy="2392284"/>
              <a:chOff x="4421268" y="144673"/>
              <a:chExt cx="2030095" cy="2392284"/>
            </a:xfrm>
          </p:grpSpPr>
          <p:sp>
            <p:nvSpPr>
              <p:cNvPr id="10" name="TextBox 9">
                <a:extLst>
                  <a:ext uri="{FF2B5EF4-FFF2-40B4-BE49-F238E27FC236}">
                    <a16:creationId xmlns:a16="http://schemas.microsoft.com/office/drawing/2014/main" id="{9F3F1816-3D95-ED88-10D6-DD76099BB886}"/>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60pt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12" name="Group 11">
                <a:extLst>
                  <a:ext uri="{FF2B5EF4-FFF2-40B4-BE49-F238E27FC236}">
                    <a16:creationId xmlns:a16="http://schemas.microsoft.com/office/drawing/2014/main" id="{E2F1F3D7-ADD4-591A-5F1A-F648F37557BD}"/>
                  </a:ext>
                </a:extLst>
              </p:cNvPr>
              <p:cNvGrpSpPr/>
              <p:nvPr/>
            </p:nvGrpSpPr>
            <p:grpSpPr bwMode="gray">
              <a:xfrm>
                <a:off x="4421269" y="144673"/>
                <a:ext cx="551687" cy="608260"/>
                <a:chOff x="2300506" y="500723"/>
                <a:chExt cx="551687" cy="608260"/>
              </a:xfrm>
            </p:grpSpPr>
            <p:sp>
              <p:nvSpPr>
                <p:cNvPr id="13" name="Donut 24">
                  <a:extLst>
                    <a:ext uri="{FF2B5EF4-FFF2-40B4-BE49-F238E27FC236}">
                      <a16:creationId xmlns:a16="http://schemas.microsoft.com/office/drawing/2014/main" id="{F63AF471-0420-B872-2E01-D8F023FD094B}"/>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4" name="Freeform 5">
                  <a:extLst>
                    <a:ext uri="{FF2B5EF4-FFF2-40B4-BE49-F238E27FC236}">
                      <a16:creationId xmlns:a16="http://schemas.microsoft.com/office/drawing/2014/main" id="{6EAFCFED-9151-8F26-F438-DB13E254E174}"/>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15" name="Group 14">
            <a:extLst>
              <a:ext uri="{FF2B5EF4-FFF2-40B4-BE49-F238E27FC236}">
                <a16:creationId xmlns:a16="http://schemas.microsoft.com/office/drawing/2014/main" id="{79EF7E53-862B-51C0-479B-8D07ED4EFF05}"/>
              </a:ext>
            </a:extLst>
          </p:cNvPr>
          <p:cNvGrpSpPr/>
          <p:nvPr userDrawn="1"/>
        </p:nvGrpSpPr>
        <p:grpSpPr>
          <a:xfrm>
            <a:off x="-2236582" y="4066679"/>
            <a:ext cx="2136051" cy="2791321"/>
            <a:chOff x="12479795" y="4620677"/>
            <a:chExt cx="2136051" cy="2791321"/>
          </a:xfrm>
        </p:grpSpPr>
        <p:grpSp>
          <p:nvGrpSpPr>
            <p:cNvPr id="16" name="Group 15">
              <a:extLst>
                <a:ext uri="{FF2B5EF4-FFF2-40B4-BE49-F238E27FC236}">
                  <a16:creationId xmlns:a16="http://schemas.microsoft.com/office/drawing/2014/main" id="{E58894FA-CBC9-F6E5-10F2-ECBB379E7F8C}"/>
                </a:ext>
              </a:extLst>
            </p:cNvPr>
            <p:cNvGrpSpPr/>
            <p:nvPr userDrawn="1"/>
          </p:nvGrpSpPr>
          <p:grpSpPr bwMode="gray">
            <a:xfrm>
              <a:off x="12479795" y="4620677"/>
              <a:ext cx="2136051" cy="2791321"/>
              <a:chOff x="287524" y="320055"/>
              <a:chExt cx="2136051" cy="2791321"/>
            </a:xfrm>
          </p:grpSpPr>
          <p:sp>
            <p:nvSpPr>
              <p:cNvPr id="21" name="TextBox 20">
                <a:extLst>
                  <a:ext uri="{FF2B5EF4-FFF2-40B4-BE49-F238E27FC236}">
                    <a16:creationId xmlns:a16="http://schemas.microsoft.com/office/drawing/2014/main" id="{B08F2D63-6F9A-56BC-B0C8-763FCA92830C}"/>
                  </a:ext>
                </a:extLst>
              </p:cNvPr>
              <p:cNvSpPr txBox="1"/>
              <p:nvPr/>
            </p:nvSpPr>
            <p:spPr bwMode="gray">
              <a:xfrm>
                <a:off x="287525" y="1010801"/>
                <a:ext cx="2136050" cy="2100575"/>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22" name="Donut 24">
                <a:extLst>
                  <a:ext uri="{FF2B5EF4-FFF2-40B4-BE49-F238E27FC236}">
                    <a16:creationId xmlns:a16="http://schemas.microsoft.com/office/drawing/2014/main" id="{BE9784FD-1491-FDD8-9019-80A6D86BC7FA}"/>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0" name="Freeform 7">
                <a:extLst>
                  <a:ext uri="{FF2B5EF4-FFF2-40B4-BE49-F238E27FC236}">
                    <a16:creationId xmlns:a16="http://schemas.microsoft.com/office/drawing/2014/main" id="{75B3E68A-F3FF-9759-D2AD-59D5C83B2C7F}"/>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9" name="Rectangle 18">
              <a:extLst>
                <a:ext uri="{FF2B5EF4-FFF2-40B4-BE49-F238E27FC236}">
                  <a16:creationId xmlns:a16="http://schemas.microsoft.com/office/drawing/2014/main" id="{2D8C92B1-4356-2714-BEFC-1B2EC8FA8C83}"/>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
        <p:nvSpPr>
          <p:cNvPr id="31" name="Text Placeholder 48">
            <a:extLst>
              <a:ext uri="{FF2B5EF4-FFF2-40B4-BE49-F238E27FC236}">
                <a16:creationId xmlns:a16="http://schemas.microsoft.com/office/drawing/2014/main" id="{148B2EA7-111B-ABC9-8341-0A0E14C78BDC}"/>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spTree>
    <p:extLst>
      <p:ext uri="{BB962C8B-B14F-4D97-AF65-F5344CB8AC3E}">
        <p14:creationId xmlns:p14="http://schemas.microsoft.com/office/powerpoint/2010/main" val="924377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2">
    <p:bg bwMode="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dirty="0"/>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dirty="0"/>
          </a:p>
        </p:txBody>
      </p:sp>
      <p:sp>
        <p:nvSpPr>
          <p:cNvPr id="7" name="Title 6">
            <a:extLst>
              <a:ext uri="{FF2B5EF4-FFF2-40B4-BE49-F238E27FC236}">
                <a16:creationId xmlns:a16="http://schemas.microsoft.com/office/drawing/2014/main" id="{FAC27028-5A31-B808-ADF1-46FD565FA94C}"/>
              </a:ext>
            </a:extLst>
          </p:cNvPr>
          <p:cNvSpPr>
            <a:spLocks noGrp="1"/>
          </p:cNvSpPr>
          <p:nvPr>
            <p:ph type="title" hasCustomPrompt="1"/>
          </p:nvPr>
        </p:nvSpPr>
        <p:spPr>
          <a:xfrm>
            <a:off x="564347" y="1399460"/>
            <a:ext cx="4786939" cy="1995076"/>
          </a:xfrm>
        </p:spPr>
        <p:txBody>
          <a:bodyPr anchor="b">
            <a:noAutofit/>
          </a:bodyPr>
          <a:lstStyle>
            <a:lvl1pPr>
              <a:defRPr sz="3000" b="0" cap="all" baseline="0">
                <a:solidFill>
                  <a:schemeClr val="tx1"/>
                </a:solidFill>
                <a:latin typeface="+mn-lt"/>
              </a:defRPr>
            </a:lvl1pPr>
          </a:lstStyle>
          <a:p>
            <a:r>
              <a:rPr lang="en-US" dirty="0"/>
              <a:t>Click to add presentation title here</a:t>
            </a:r>
            <a:endParaRPr lang="en-GB" dirty="0"/>
          </a:p>
        </p:txBody>
      </p:sp>
      <p:pic>
        <p:nvPicPr>
          <p:cNvPr id="93" name="book master" hidden="1">
            <a:extLst>
              <a:ext uri="{FF2B5EF4-FFF2-40B4-BE49-F238E27FC236}">
                <a16:creationId xmlns:a16="http://schemas.microsoft.com/office/drawing/2014/main" id="{73832ED4-066E-F1C9-3E36-009C0F24DD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9931" y="28575"/>
            <a:ext cx="4131857" cy="3567793"/>
          </a:xfrm>
          <a:prstGeom prst="rect">
            <a:avLst/>
          </a:prstGeom>
        </p:spPr>
      </p:pic>
      <p:sp>
        <p:nvSpPr>
          <p:cNvPr id="17" name="Book for plain" hidden="1">
            <a:extLst>
              <a:ext uri="{FF2B5EF4-FFF2-40B4-BE49-F238E27FC236}">
                <a16:creationId xmlns:a16="http://schemas.microsoft.com/office/drawing/2014/main" id="{4C68E671-7D29-7704-3881-73364A0AADAB}"/>
              </a:ext>
            </a:extLst>
          </p:cNvPr>
          <p:cNvSpPr/>
          <p:nvPr userDrawn="1"/>
        </p:nvSpPr>
        <p:spPr>
          <a:xfrm flipV="1">
            <a:off x="4802342" y="2311594"/>
            <a:ext cx="2587317" cy="2234812"/>
          </a:xfrm>
          <a:custGeom>
            <a:avLst/>
            <a:gdLst>
              <a:gd name="csX0" fmla="*/ 1168485 w 1804087"/>
              <a:gd name="csY0" fmla="*/ 1457232 h 1558292"/>
              <a:gd name="csX1" fmla="*/ 1087456 w 1804087"/>
              <a:gd name="csY1" fmla="*/ 1414742 h 1558292"/>
              <a:gd name="csX2" fmla="*/ 934675 w 1804087"/>
              <a:gd name="csY2" fmla="*/ 1306049 h 1558292"/>
              <a:gd name="csX3" fmla="*/ 898164 w 1804087"/>
              <a:gd name="csY3" fmla="*/ 1275210 h 1558292"/>
              <a:gd name="csX4" fmla="*/ 861658 w 1804087"/>
              <a:gd name="csY4" fmla="*/ 1306049 h 1558292"/>
              <a:gd name="csX5" fmla="*/ 708878 w 1804087"/>
              <a:gd name="csY5" fmla="*/ 1414742 h 1558292"/>
              <a:gd name="csX6" fmla="*/ 627849 w 1804087"/>
              <a:gd name="csY6" fmla="*/ 1457232 h 1558292"/>
              <a:gd name="csX7" fmla="*/ 178339 w 1804087"/>
              <a:gd name="csY7" fmla="*/ 1554942 h 1558292"/>
              <a:gd name="csX8" fmla="*/ -3880 w 1804087"/>
              <a:gd name="csY8" fmla="*/ 1541653 h 1558292"/>
              <a:gd name="csX9" fmla="*/ -3880 w 1804087"/>
              <a:gd name="csY9" fmla="*/ 356479 h 1558292"/>
              <a:gd name="csX10" fmla="*/ 897908 w 1804087"/>
              <a:gd name="csY10" fmla="*/ -3351 h 1558292"/>
              <a:gd name="csX11" fmla="*/ 898164 w 1804087"/>
              <a:gd name="csY11" fmla="*/ -3351 h 1558292"/>
              <a:gd name="csX12" fmla="*/ 898424 w 1804087"/>
              <a:gd name="csY12" fmla="*/ -3351 h 1558292"/>
              <a:gd name="csX13" fmla="*/ 1800208 w 1804087"/>
              <a:gd name="csY13" fmla="*/ 356479 h 1558292"/>
              <a:gd name="csX14" fmla="*/ 1800208 w 1804087"/>
              <a:gd name="csY14" fmla="*/ 1541653 h 1558292"/>
              <a:gd name="csX15" fmla="*/ 1617995 w 1804087"/>
              <a:gd name="csY15" fmla="*/ 1554942 h 1558292"/>
              <a:gd name="csX16" fmla="*/ 1168485 w 1804087"/>
              <a:gd name="csY16" fmla="*/ 1457232 h 155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04087" h="1558292">
                <a:moveTo>
                  <a:pt x="1168485" y="1457232"/>
                </a:moveTo>
                <a:cubicBezTo>
                  <a:pt x="1141094" y="1444319"/>
                  <a:pt x="1114144" y="1430465"/>
                  <a:pt x="1087456" y="1414742"/>
                </a:cubicBezTo>
                <a:cubicBezTo>
                  <a:pt x="1034572" y="1383518"/>
                  <a:pt x="983739" y="1347252"/>
                  <a:pt x="934675" y="1306049"/>
                </a:cubicBezTo>
                <a:lnTo>
                  <a:pt x="898164" y="1275210"/>
                </a:lnTo>
                <a:lnTo>
                  <a:pt x="861658" y="1306049"/>
                </a:lnTo>
                <a:cubicBezTo>
                  <a:pt x="812595" y="1347252"/>
                  <a:pt x="761762" y="1383518"/>
                  <a:pt x="708878" y="1414742"/>
                </a:cubicBezTo>
                <a:cubicBezTo>
                  <a:pt x="682190" y="1430465"/>
                  <a:pt x="655240" y="1444319"/>
                  <a:pt x="627849" y="1457232"/>
                </a:cubicBezTo>
                <a:cubicBezTo>
                  <a:pt x="490874" y="1522042"/>
                  <a:pt x="341155" y="1554680"/>
                  <a:pt x="178339" y="1554942"/>
                </a:cubicBezTo>
                <a:cubicBezTo>
                  <a:pt x="119457" y="1554942"/>
                  <a:pt x="58622" y="1550106"/>
                  <a:pt x="-3880" y="1541653"/>
                </a:cubicBezTo>
                <a:lnTo>
                  <a:pt x="-3880" y="356479"/>
                </a:lnTo>
                <a:cubicBezTo>
                  <a:pt x="303916" y="352310"/>
                  <a:pt x="598821" y="250352"/>
                  <a:pt x="897908" y="-3351"/>
                </a:cubicBezTo>
                <a:lnTo>
                  <a:pt x="898164" y="-3351"/>
                </a:lnTo>
                <a:lnTo>
                  <a:pt x="898424" y="-3351"/>
                </a:lnTo>
                <a:cubicBezTo>
                  <a:pt x="1197513" y="250352"/>
                  <a:pt x="1492418" y="352310"/>
                  <a:pt x="1800208" y="356479"/>
                </a:cubicBezTo>
                <a:lnTo>
                  <a:pt x="1800208" y="1541653"/>
                </a:lnTo>
                <a:cubicBezTo>
                  <a:pt x="1737712" y="1550106"/>
                  <a:pt x="1676878" y="1554942"/>
                  <a:pt x="1617995" y="1554942"/>
                </a:cubicBezTo>
                <a:cubicBezTo>
                  <a:pt x="1455179" y="1554680"/>
                  <a:pt x="1305457" y="1522042"/>
                  <a:pt x="1168485" y="1457232"/>
                </a:cubicBezTo>
              </a:path>
            </a:pathLst>
          </a:custGeom>
          <a:solidFill>
            <a:schemeClr val="bg2"/>
          </a:solidFill>
          <a:ln w="201" cap="flat">
            <a:noFill/>
            <a:prstDash val="solid"/>
            <a:miter/>
          </a:ln>
        </p:spPr>
        <p:txBody>
          <a:bodyPr/>
          <a:lstStyle/>
          <a:p>
            <a:endParaRPr lang="en-GB"/>
          </a:p>
        </p:txBody>
      </p:sp>
      <p:pic>
        <p:nvPicPr>
          <p:cNvPr id="91" name="UoP logo">
            <a:extLst>
              <a:ext uri="{FF2B5EF4-FFF2-40B4-BE49-F238E27FC236}">
                <a16:creationId xmlns:a16="http://schemas.microsoft.com/office/drawing/2014/main" id="{323266F8-8C30-7A42-6B76-603BEF9F6F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196146" y="439459"/>
            <a:ext cx="3425842" cy="702565"/>
          </a:xfrm>
          <a:prstGeom prst="rect">
            <a:avLst/>
          </a:prstGeom>
        </p:spPr>
      </p:pic>
      <p:sp>
        <p:nvSpPr>
          <p:cNvPr id="11" name="Text Placeholder 10">
            <a:extLst>
              <a:ext uri="{FF2B5EF4-FFF2-40B4-BE49-F238E27FC236}">
                <a16:creationId xmlns:a16="http://schemas.microsoft.com/office/drawing/2014/main" id="{5609A192-986A-9A0E-9215-81119ADB9926}"/>
              </a:ext>
            </a:extLst>
          </p:cNvPr>
          <p:cNvSpPr>
            <a:spLocks noGrp="1"/>
          </p:cNvSpPr>
          <p:nvPr>
            <p:ph type="body" sz="quarter" idx="13" hasCustomPrompt="1"/>
          </p:nvPr>
        </p:nvSpPr>
        <p:spPr>
          <a:xfrm>
            <a:off x="564346" y="3791278"/>
            <a:ext cx="4786939" cy="1428067"/>
          </a:xfrm>
        </p:spPr>
        <p:txBody>
          <a:bodyPr tIns="0">
            <a:noAutofit/>
          </a:bodyPr>
          <a:lstStyle>
            <a:lvl1pPr marL="0" indent="0">
              <a:lnSpc>
                <a:spcPct val="110000"/>
              </a:lnSpc>
              <a:buNone/>
              <a:defRPr sz="16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subtitle or name of presenter here</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23" name="Group 22">
            <a:extLst>
              <a:ext uri="{FF2B5EF4-FFF2-40B4-BE49-F238E27FC236}">
                <a16:creationId xmlns:a16="http://schemas.microsoft.com/office/drawing/2014/main" id="{F0201263-C460-4552-3A56-F939DF284D4A}"/>
              </a:ext>
            </a:extLst>
          </p:cNvPr>
          <p:cNvGrpSpPr/>
          <p:nvPr userDrawn="1"/>
        </p:nvGrpSpPr>
        <p:grpSpPr bwMode="gray">
          <a:xfrm>
            <a:off x="12500380" y="3650215"/>
            <a:ext cx="2855330" cy="1767964"/>
            <a:chOff x="287522" y="320055"/>
            <a:chExt cx="2855330" cy="1767964"/>
          </a:xfrm>
        </p:grpSpPr>
        <p:sp>
          <p:nvSpPr>
            <p:cNvPr id="24" name="TextBox 23">
              <a:extLst>
                <a:ext uri="{FF2B5EF4-FFF2-40B4-BE49-F238E27FC236}">
                  <a16:creationId xmlns:a16="http://schemas.microsoft.com/office/drawing/2014/main" id="{8FC63A6A-986A-B49D-1ADD-B59214F44774}"/>
                </a:ext>
              </a:extLst>
            </p:cNvPr>
            <p:cNvSpPr txBox="1"/>
            <p:nvPr/>
          </p:nvSpPr>
          <p:spPr bwMode="gray">
            <a:xfrm>
              <a:off x="287522" y="1010801"/>
              <a:ext cx="2855330" cy="1077218"/>
            </a:xfrm>
            <a:prstGeom prst="rect">
              <a:avLst/>
            </a:prstGeom>
            <a:noFill/>
          </p:spPr>
          <p:txBody>
            <a:bodyPr wrap="square" lIns="0" tIns="0" rIns="0" bIns="0" rtlCol="0">
              <a:spAutoFit/>
            </a:bodyPr>
            <a:lstStyle/>
            <a:p>
              <a:r>
                <a:rPr lang="en-GB" sz="1000" dirty="0">
                  <a:solidFill>
                    <a:srgbClr val="000000"/>
                  </a:solidFill>
                </a:rPr>
                <a:t>If your picture</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p:txBody>
        </p:sp>
        <p:grpSp>
          <p:nvGrpSpPr>
            <p:cNvPr id="25" name="Group 24">
              <a:extLst>
                <a:ext uri="{FF2B5EF4-FFF2-40B4-BE49-F238E27FC236}">
                  <a16:creationId xmlns:a16="http://schemas.microsoft.com/office/drawing/2014/main" id="{84837ACF-1E48-17DD-6902-29234F7569B3}"/>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28" name="Oval 9">
                <a:extLst>
                  <a:ext uri="{FF2B5EF4-FFF2-40B4-BE49-F238E27FC236}">
                    <a16:creationId xmlns:a16="http://schemas.microsoft.com/office/drawing/2014/main" id="{55C71C67-4E72-6763-92B2-1F196CE42305}"/>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C18B4D30-0920-1DDB-5DCB-689FB97D44D7}"/>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26" name="Donut 24">
              <a:extLst>
                <a:ext uri="{FF2B5EF4-FFF2-40B4-BE49-F238E27FC236}">
                  <a16:creationId xmlns:a16="http://schemas.microsoft.com/office/drawing/2014/main" id="{0823CD61-72A7-EA72-6341-6337618A987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45">
              <a:extLst>
                <a:ext uri="{FF2B5EF4-FFF2-40B4-BE49-F238E27FC236}">
                  <a16:creationId xmlns:a16="http://schemas.microsoft.com/office/drawing/2014/main" id="{6552444D-79EB-DD57-EA6C-698F3AE48A63}"/>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36" name="Text Placeholder 35">
            <a:extLst>
              <a:ext uri="{FF2B5EF4-FFF2-40B4-BE49-F238E27FC236}">
                <a16:creationId xmlns:a16="http://schemas.microsoft.com/office/drawing/2014/main" id="{47EACAD3-5E63-2C0C-07F9-CCBD3FFEA308}"/>
              </a:ext>
            </a:extLst>
          </p:cNvPr>
          <p:cNvSpPr>
            <a:spLocks noGrp="1"/>
          </p:cNvSpPr>
          <p:nvPr>
            <p:ph type="body" sz="quarter" idx="15" hasCustomPrompt="1"/>
          </p:nvPr>
        </p:nvSpPr>
        <p:spPr>
          <a:xfrm>
            <a:off x="9780994" y="5945899"/>
            <a:ext cx="1846659" cy="193899"/>
          </a:xfrm>
        </p:spPr>
        <p:txBody>
          <a:bodyPr wrap="none">
            <a:spAutoFit/>
          </a:bodyPr>
          <a:lstStyle>
            <a:lvl1pPr algn="r">
              <a:defRPr sz="1400">
                <a:solidFill>
                  <a:schemeClr val="tx1"/>
                </a:solidFill>
              </a:defRPr>
            </a:lvl1pPr>
            <a:lvl2pPr algn="r">
              <a:buNone/>
              <a:defRPr sz="1400">
                <a:solidFill>
                  <a:schemeClr val="bg1"/>
                </a:solidFill>
              </a:defRPr>
            </a:lvl2pPr>
            <a:lvl3pPr algn="r">
              <a:defRPr sz="1400">
                <a:solidFill>
                  <a:schemeClr val="bg1"/>
                </a:solidFill>
              </a:defRPr>
            </a:lvl3pPr>
            <a:lvl4pPr algn="r">
              <a:defRPr sz="1400">
                <a:solidFill>
                  <a:schemeClr val="bg1"/>
                </a:solidFill>
              </a:defRPr>
            </a:lvl4pPr>
            <a:lvl5pPr algn="r">
              <a:defRPr sz="1400">
                <a:solidFill>
                  <a:schemeClr val="bg1"/>
                </a:solidFill>
              </a:defRPr>
            </a:lvl5pPr>
          </a:lstStyle>
          <a:p>
            <a:pPr lvl="0"/>
            <a:r>
              <a:rPr lang="en-US" dirty="0"/>
              <a:t>Add web address here	</a:t>
            </a:r>
          </a:p>
        </p:txBody>
      </p:sp>
      <p:sp>
        <p:nvSpPr>
          <p:cNvPr id="9" name="Picture Placeholder 8">
            <a:extLst>
              <a:ext uri="{FF2B5EF4-FFF2-40B4-BE49-F238E27FC236}">
                <a16:creationId xmlns:a16="http://schemas.microsoft.com/office/drawing/2014/main" id="{0C5A0799-26F1-1385-1524-799E9044C222}"/>
              </a:ext>
            </a:extLst>
          </p:cNvPr>
          <p:cNvSpPr>
            <a:spLocks noGrp="1"/>
          </p:cNvSpPr>
          <p:nvPr>
            <p:ph type="pic" sz="quarter" idx="16" hasCustomPrompt="1"/>
          </p:nvPr>
        </p:nvSpPr>
        <p:spPr bwMode="gray">
          <a:xfrm>
            <a:off x="5921298" y="1417497"/>
            <a:ext cx="5700690" cy="4924011"/>
          </a:xfrm>
          <a:custGeom>
            <a:avLst/>
            <a:gdLst>
              <a:gd name="csX0" fmla="*/ 610430 w 6043649"/>
              <a:gd name="csY0" fmla="*/ 0 h 5220244"/>
              <a:gd name="csX1" fmla="*/ 2116275 w 6043649"/>
              <a:gd name="csY1" fmla="*/ 327327 h 5220244"/>
              <a:gd name="csX2" fmla="*/ 2387720 w 6043649"/>
              <a:gd name="csY2" fmla="*/ 469669 h 5220244"/>
              <a:gd name="csX3" fmla="*/ 2899531 w 6043649"/>
              <a:gd name="csY3" fmla="*/ 833785 h 5220244"/>
              <a:gd name="csX4" fmla="*/ 3021823 w 6043649"/>
              <a:gd name="csY4" fmla="*/ 937095 h 5220244"/>
              <a:gd name="csX5" fmla="*/ 3144136 w 6043649"/>
              <a:gd name="csY5" fmla="*/ 833785 h 5220244"/>
              <a:gd name="csX6" fmla="*/ 3655948 w 6043649"/>
              <a:gd name="csY6" fmla="*/ 469669 h 5220244"/>
              <a:gd name="csX7" fmla="*/ 3927393 w 6043649"/>
              <a:gd name="csY7" fmla="*/ 327327 h 5220244"/>
              <a:gd name="csX8" fmla="*/ 5433240 w 6043649"/>
              <a:gd name="csY8" fmla="*/ 0 h 5220244"/>
              <a:gd name="csX9" fmla="*/ 6043649 w 6043649"/>
              <a:gd name="csY9" fmla="*/ 44520 h 5220244"/>
              <a:gd name="csX10" fmla="*/ 6043649 w 6043649"/>
              <a:gd name="csY10" fmla="*/ 4014822 h 5220244"/>
              <a:gd name="csX11" fmla="*/ 3022695 w 6043649"/>
              <a:gd name="csY11" fmla="*/ 5220244 h 5220244"/>
              <a:gd name="csX12" fmla="*/ 3021823 w 6043649"/>
              <a:gd name="csY12" fmla="*/ 5220244 h 5220244"/>
              <a:gd name="csX13" fmla="*/ 3020966 w 6043649"/>
              <a:gd name="csY13" fmla="*/ 5220244 h 5220244"/>
              <a:gd name="csX14" fmla="*/ 0 w 6043649"/>
              <a:gd name="csY14" fmla="*/ 4014822 h 5220244"/>
              <a:gd name="csX15" fmla="*/ 0 w 6043649"/>
              <a:gd name="csY15" fmla="*/ 44520 h 5220244"/>
              <a:gd name="csX16" fmla="*/ 610430 w 6043649"/>
              <a:gd name="csY16" fmla="*/ 0 h 52202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043649" h="5220244">
                <a:moveTo>
                  <a:pt x="610430" y="0"/>
                </a:moveTo>
                <a:cubicBezTo>
                  <a:pt x="1155857" y="878"/>
                  <a:pt x="1657415" y="110217"/>
                  <a:pt x="2116275" y="327327"/>
                </a:cubicBezTo>
                <a:cubicBezTo>
                  <a:pt x="2208034" y="370584"/>
                  <a:pt x="2298315" y="416993"/>
                  <a:pt x="2387720" y="469669"/>
                </a:cubicBezTo>
                <a:cubicBezTo>
                  <a:pt x="2564881" y="574268"/>
                  <a:pt x="2735169" y="695756"/>
                  <a:pt x="2899531" y="833785"/>
                </a:cubicBezTo>
                <a:lnTo>
                  <a:pt x="3021823" y="937095"/>
                </a:lnTo>
                <a:lnTo>
                  <a:pt x="3144136" y="833785"/>
                </a:lnTo>
                <a:cubicBezTo>
                  <a:pt x="3308497" y="695756"/>
                  <a:pt x="3478787" y="574268"/>
                  <a:pt x="3655948" y="469669"/>
                </a:cubicBezTo>
                <a:cubicBezTo>
                  <a:pt x="3745351" y="416993"/>
                  <a:pt x="3835633" y="370584"/>
                  <a:pt x="3927393" y="327327"/>
                </a:cubicBezTo>
                <a:cubicBezTo>
                  <a:pt x="4386246" y="110217"/>
                  <a:pt x="4887811" y="878"/>
                  <a:pt x="5433240" y="0"/>
                </a:cubicBezTo>
                <a:cubicBezTo>
                  <a:pt x="5630496" y="0"/>
                  <a:pt x="5834289" y="16202"/>
                  <a:pt x="6043649" y="44520"/>
                </a:cubicBezTo>
                <a:lnTo>
                  <a:pt x="6043649" y="4014822"/>
                </a:lnTo>
                <a:cubicBezTo>
                  <a:pt x="5012559" y="4028790"/>
                  <a:pt x="4024634" y="4370345"/>
                  <a:pt x="3022695" y="5220244"/>
                </a:cubicBezTo>
                <a:lnTo>
                  <a:pt x="3021823" y="5220244"/>
                </a:lnTo>
                <a:lnTo>
                  <a:pt x="3020966" y="5220244"/>
                </a:lnTo>
                <a:cubicBezTo>
                  <a:pt x="2019034" y="4370345"/>
                  <a:pt x="1031107" y="4028790"/>
                  <a:pt x="0" y="4014822"/>
                </a:cubicBezTo>
                <a:lnTo>
                  <a:pt x="0" y="44520"/>
                </a:lnTo>
                <a:cubicBezTo>
                  <a:pt x="209378" y="16202"/>
                  <a:pt x="413175" y="0"/>
                  <a:pt x="610430" y="0"/>
                </a:cubicBezTo>
                <a:close/>
              </a:path>
            </a:pathLst>
          </a:custGeom>
        </p:spPr>
        <p:txBody>
          <a:bodyPr wrap="square" lIns="504000" tIns="2952000">
            <a:noAutofit/>
          </a:bodyPr>
          <a:lstStyle>
            <a:lvl1pPr algn="ctr">
              <a:defRPr sz="1050">
                <a:solidFill>
                  <a:schemeClr val="tx1">
                    <a:lumMod val="85000"/>
                  </a:schemeClr>
                </a:solidFill>
              </a:defRPr>
            </a:lvl1pPr>
          </a:lstStyle>
          <a:p>
            <a:pPr marL="0" marR="0" lvl="0" indent="0" algn="l" defTabSz="914400" rtl="0" eaLnBrk="1" fontAlgn="auto" latinLnBrk="0" hangingPunct="1">
              <a:lnSpc>
                <a:spcPct val="90000"/>
              </a:lnSpc>
              <a:spcBef>
                <a:spcPts val="0"/>
              </a:spcBef>
              <a:spcAft>
                <a:spcPts val="1500"/>
              </a:spcAft>
              <a:buClrTx/>
              <a:buSzTx/>
              <a:buFont typeface="Arial" panose="020B0604020202020204" pitchFamily="34" charset="0"/>
              <a:buNone/>
              <a:tabLst/>
              <a:defRPr/>
            </a:pPr>
            <a:r>
              <a:rPr lang="en-GB" dirty="0"/>
              <a:t>Click icon above to add a picture. See user tip to the right on how to position pictures.</a:t>
            </a:r>
          </a:p>
        </p:txBody>
      </p:sp>
      <p:grpSp>
        <p:nvGrpSpPr>
          <p:cNvPr id="13" name="Group 12">
            <a:extLst>
              <a:ext uri="{FF2B5EF4-FFF2-40B4-BE49-F238E27FC236}">
                <a16:creationId xmlns:a16="http://schemas.microsoft.com/office/drawing/2014/main" id="{31E5EF54-C969-0B65-F1C6-FE2A3D3CC031}"/>
              </a:ext>
            </a:extLst>
          </p:cNvPr>
          <p:cNvGrpSpPr/>
          <p:nvPr userDrawn="1"/>
        </p:nvGrpSpPr>
        <p:grpSpPr>
          <a:xfrm>
            <a:off x="-2354165" y="1556095"/>
            <a:ext cx="2136050" cy="2405077"/>
            <a:chOff x="-2894937" y="237108"/>
            <a:chExt cx="2136050" cy="2405077"/>
          </a:xfrm>
        </p:grpSpPr>
        <p:pic>
          <p:nvPicPr>
            <p:cNvPr id="14" name="Graphic 13">
              <a:extLst>
                <a:ext uri="{FF2B5EF4-FFF2-40B4-BE49-F238E27FC236}">
                  <a16:creationId xmlns:a16="http://schemas.microsoft.com/office/drawing/2014/main" id="{5453B107-AAEA-8281-D83E-A1D50A3E858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94937" y="237108"/>
              <a:ext cx="688256" cy="666680"/>
            </a:xfrm>
            <a:prstGeom prst="rect">
              <a:avLst/>
            </a:prstGeom>
          </p:spPr>
        </p:pic>
        <p:grpSp>
          <p:nvGrpSpPr>
            <p:cNvPr id="15" name="Group 14">
              <a:extLst>
                <a:ext uri="{FF2B5EF4-FFF2-40B4-BE49-F238E27FC236}">
                  <a16:creationId xmlns:a16="http://schemas.microsoft.com/office/drawing/2014/main" id="{4D6A0A02-BE36-3036-36A4-57389D2E8A64}"/>
                </a:ext>
              </a:extLst>
            </p:cNvPr>
            <p:cNvGrpSpPr/>
            <p:nvPr/>
          </p:nvGrpSpPr>
          <p:grpSpPr bwMode="gray">
            <a:xfrm>
              <a:off x="-2788982" y="249901"/>
              <a:ext cx="2030095" cy="2392284"/>
              <a:chOff x="4421268" y="144673"/>
              <a:chExt cx="2030095" cy="2392284"/>
            </a:xfrm>
          </p:grpSpPr>
          <p:sp>
            <p:nvSpPr>
              <p:cNvPr id="18" name="TextBox 17">
                <a:extLst>
                  <a:ext uri="{FF2B5EF4-FFF2-40B4-BE49-F238E27FC236}">
                    <a16:creationId xmlns:a16="http://schemas.microsoft.com/office/drawing/2014/main" id="{5232AF0B-1CE0-C284-5C36-9A42612B9229}"/>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60pt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21" name="Group 20">
                <a:extLst>
                  <a:ext uri="{FF2B5EF4-FFF2-40B4-BE49-F238E27FC236}">
                    <a16:creationId xmlns:a16="http://schemas.microsoft.com/office/drawing/2014/main" id="{33497719-818A-7993-1AD3-020C60010C17}"/>
                  </a:ext>
                </a:extLst>
              </p:cNvPr>
              <p:cNvGrpSpPr/>
              <p:nvPr/>
            </p:nvGrpSpPr>
            <p:grpSpPr bwMode="gray">
              <a:xfrm>
                <a:off x="4421269" y="144673"/>
                <a:ext cx="551687" cy="608260"/>
                <a:chOff x="2300506" y="500723"/>
                <a:chExt cx="551687" cy="608260"/>
              </a:xfrm>
            </p:grpSpPr>
            <p:sp>
              <p:nvSpPr>
                <p:cNvPr id="22" name="Donut 24">
                  <a:extLst>
                    <a:ext uri="{FF2B5EF4-FFF2-40B4-BE49-F238E27FC236}">
                      <a16:creationId xmlns:a16="http://schemas.microsoft.com/office/drawing/2014/main" id="{ABF1EF83-08EC-CFEB-7EBA-04C87190ECE7}"/>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0" name="Freeform 5">
                  <a:extLst>
                    <a:ext uri="{FF2B5EF4-FFF2-40B4-BE49-F238E27FC236}">
                      <a16:creationId xmlns:a16="http://schemas.microsoft.com/office/drawing/2014/main" id="{FCB689B4-EEE4-D824-4D65-CAFE96B88E37}"/>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8" name="Group 7">
            <a:extLst>
              <a:ext uri="{FF2B5EF4-FFF2-40B4-BE49-F238E27FC236}">
                <a16:creationId xmlns:a16="http://schemas.microsoft.com/office/drawing/2014/main" id="{A7D33056-6239-15DC-B6E7-883C9193D60E}"/>
              </a:ext>
            </a:extLst>
          </p:cNvPr>
          <p:cNvGrpSpPr/>
          <p:nvPr userDrawn="1"/>
        </p:nvGrpSpPr>
        <p:grpSpPr>
          <a:xfrm>
            <a:off x="-2236582" y="4066679"/>
            <a:ext cx="2136051" cy="2791321"/>
            <a:chOff x="12479795" y="4620677"/>
            <a:chExt cx="2136051" cy="2791321"/>
          </a:xfrm>
        </p:grpSpPr>
        <p:grpSp>
          <p:nvGrpSpPr>
            <p:cNvPr id="10" name="Group 9">
              <a:extLst>
                <a:ext uri="{FF2B5EF4-FFF2-40B4-BE49-F238E27FC236}">
                  <a16:creationId xmlns:a16="http://schemas.microsoft.com/office/drawing/2014/main" id="{05B98C69-3EFE-6400-4BC6-41243D17E5DA}"/>
                </a:ext>
              </a:extLst>
            </p:cNvPr>
            <p:cNvGrpSpPr/>
            <p:nvPr userDrawn="1"/>
          </p:nvGrpSpPr>
          <p:grpSpPr bwMode="gray">
            <a:xfrm>
              <a:off x="12479795" y="4620677"/>
              <a:ext cx="2136051" cy="2791321"/>
              <a:chOff x="287524" y="320055"/>
              <a:chExt cx="2136051" cy="2791321"/>
            </a:xfrm>
          </p:grpSpPr>
          <p:sp>
            <p:nvSpPr>
              <p:cNvPr id="16" name="TextBox 15">
                <a:extLst>
                  <a:ext uri="{FF2B5EF4-FFF2-40B4-BE49-F238E27FC236}">
                    <a16:creationId xmlns:a16="http://schemas.microsoft.com/office/drawing/2014/main" id="{CAE9B9CF-00CB-C7EA-5911-893A51D95F81}"/>
                  </a:ext>
                </a:extLst>
              </p:cNvPr>
              <p:cNvSpPr txBox="1"/>
              <p:nvPr/>
            </p:nvSpPr>
            <p:spPr bwMode="gray">
              <a:xfrm>
                <a:off x="287525" y="1010801"/>
                <a:ext cx="2136050" cy="2100575"/>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9" name="Donut 24">
                <a:extLst>
                  <a:ext uri="{FF2B5EF4-FFF2-40B4-BE49-F238E27FC236}">
                    <a16:creationId xmlns:a16="http://schemas.microsoft.com/office/drawing/2014/main" id="{5B5C1087-AE72-9F92-8F9A-93DCB8D2FAC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1" name="Freeform 7">
                <a:extLst>
                  <a:ext uri="{FF2B5EF4-FFF2-40B4-BE49-F238E27FC236}">
                    <a16:creationId xmlns:a16="http://schemas.microsoft.com/office/drawing/2014/main" id="{D5DA3317-E8D5-593B-C62A-F09E93E55D48}"/>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2" name="Rectangle 11">
              <a:extLst>
                <a:ext uri="{FF2B5EF4-FFF2-40B4-BE49-F238E27FC236}">
                  <a16:creationId xmlns:a16="http://schemas.microsoft.com/office/drawing/2014/main" id="{8F49ECEF-18CA-399A-32F2-31ECE34DBA4E}"/>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
        <p:nvSpPr>
          <p:cNvPr id="32" name="Text Placeholder 48">
            <a:extLst>
              <a:ext uri="{FF2B5EF4-FFF2-40B4-BE49-F238E27FC236}">
                <a16:creationId xmlns:a16="http://schemas.microsoft.com/office/drawing/2014/main" id="{8C33BFEE-92B8-58F9-C53C-8947570E8D20}"/>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spTree>
    <p:extLst>
      <p:ext uri="{BB962C8B-B14F-4D97-AF65-F5344CB8AC3E}">
        <p14:creationId xmlns:p14="http://schemas.microsoft.com/office/powerpoint/2010/main" val="528278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top) with background pic">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gradFill flip="none" rotWithShape="1">
            <a:gsLst>
              <a:gs pos="0">
                <a:srgbClr val="000000">
                  <a:alpha val="60000"/>
                </a:srgbClr>
              </a:gs>
              <a:gs pos="100000">
                <a:srgbClr val="000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3C3E6F"/>
              </a:gs>
              <a:gs pos="100000">
                <a:srgbClr val="3C3E6F"/>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Text Placeholder 48">
            <a:extLst>
              <a:ext uri="{FF2B5EF4-FFF2-40B4-BE49-F238E27FC236}">
                <a16:creationId xmlns:a16="http://schemas.microsoft.com/office/drawing/2014/main" id="{17581443-982E-7A10-C375-67A47B1FBEF6}"/>
              </a:ext>
            </a:extLst>
          </p:cNvPr>
          <p:cNvSpPr>
            <a:spLocks noGrp="1"/>
          </p:cNvSpPr>
          <p:nvPr>
            <p:ph type="body" sz="quarter" idx="18" hasCustomPrompt="1"/>
          </p:nvPr>
        </p:nvSpPr>
        <p:spPr>
          <a:xfrm>
            <a:off x="421200" y="5709931"/>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spTree>
    <p:extLst>
      <p:ext uri="{BB962C8B-B14F-4D97-AF65-F5344CB8AC3E}">
        <p14:creationId xmlns:p14="http://schemas.microsoft.com/office/powerpoint/2010/main" val="922206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top) with gradient">
    <p:bg bwMode="gray">
      <p:bgPr>
        <a:gradFill>
          <a:gsLst>
            <a:gs pos="0">
              <a:srgbClr val="3C3E6F"/>
            </a:gs>
            <a:gs pos="100000">
              <a:srgbClr val="7B77A5"/>
            </a:gs>
          </a:gsLst>
          <a:lin ang="0" scaled="1"/>
        </a:gra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6B58101-A5A8-2690-8B02-DB1EF76DCD3E}"/>
              </a:ext>
            </a:extLst>
          </p:cNvPr>
          <p:cNvSpPr/>
          <p:nvPr userDrawn="1"/>
        </p:nvSpPr>
        <p:spPr bwMode="ltGray">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Text Placeholder 48">
            <a:extLst>
              <a:ext uri="{FF2B5EF4-FFF2-40B4-BE49-F238E27FC236}">
                <a16:creationId xmlns:a16="http://schemas.microsoft.com/office/drawing/2014/main" id="{17581443-982E-7A10-C375-67A47B1FBEF6}"/>
              </a:ext>
            </a:extLst>
          </p:cNvPr>
          <p:cNvSpPr>
            <a:spLocks noGrp="1"/>
          </p:cNvSpPr>
          <p:nvPr>
            <p:ph type="body" sz="quarter" idx="18" hasCustomPrompt="1"/>
          </p:nvPr>
        </p:nvSpPr>
        <p:spPr>
          <a:xfrm>
            <a:off x="421200" y="5709931"/>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11" name="Group 10">
            <a:extLst>
              <a:ext uri="{FF2B5EF4-FFF2-40B4-BE49-F238E27FC236}">
                <a16:creationId xmlns:a16="http://schemas.microsoft.com/office/drawing/2014/main" id="{188452DA-3848-A655-992F-DA3013C01EF4}"/>
              </a:ext>
            </a:extLst>
          </p:cNvPr>
          <p:cNvGrpSpPr/>
          <p:nvPr userDrawn="1"/>
        </p:nvGrpSpPr>
        <p:grpSpPr>
          <a:xfrm>
            <a:off x="12479795" y="4713010"/>
            <a:ext cx="2604261" cy="2144990"/>
            <a:chOff x="12479795" y="4620677"/>
            <a:chExt cx="2604261" cy="2144990"/>
          </a:xfrm>
        </p:grpSpPr>
        <p:grpSp>
          <p:nvGrpSpPr>
            <p:cNvPr id="18" name="Group 17">
              <a:extLst>
                <a:ext uri="{FF2B5EF4-FFF2-40B4-BE49-F238E27FC236}">
                  <a16:creationId xmlns:a16="http://schemas.microsoft.com/office/drawing/2014/main" id="{0B16DD90-2EDF-1833-CDAB-0CA9BD5BEC96}"/>
                </a:ext>
              </a:extLst>
            </p:cNvPr>
            <p:cNvGrpSpPr/>
            <p:nvPr userDrawn="1"/>
          </p:nvGrpSpPr>
          <p:grpSpPr bwMode="gray">
            <a:xfrm>
              <a:off x="12479795" y="4620677"/>
              <a:ext cx="2604261" cy="2144990"/>
              <a:chOff x="287524" y="320055"/>
              <a:chExt cx="2604261" cy="2144990"/>
            </a:xfrm>
          </p:grpSpPr>
          <p:sp>
            <p:nvSpPr>
              <p:cNvPr id="20" name="TextBox 19">
                <a:extLst>
                  <a:ext uri="{FF2B5EF4-FFF2-40B4-BE49-F238E27FC236}">
                    <a16:creationId xmlns:a16="http://schemas.microsoft.com/office/drawing/2014/main" id="{A49C8119-A822-448E-0BBD-FC0B35BA45E1}"/>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21" name="Donut 24">
                <a:extLst>
                  <a:ext uri="{FF2B5EF4-FFF2-40B4-BE49-F238E27FC236}">
                    <a16:creationId xmlns:a16="http://schemas.microsoft.com/office/drawing/2014/main" id="{A54F390C-C7DB-F8EE-43B3-7888DE4D459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2" name="Freeform 7">
                <a:extLst>
                  <a:ext uri="{FF2B5EF4-FFF2-40B4-BE49-F238E27FC236}">
                    <a16:creationId xmlns:a16="http://schemas.microsoft.com/office/drawing/2014/main" id="{C565B2BC-DC19-0F48-CDB8-C214509BF55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9" name="Rectangle 18">
              <a:extLst>
                <a:ext uri="{FF2B5EF4-FFF2-40B4-BE49-F238E27FC236}">
                  <a16:creationId xmlns:a16="http://schemas.microsoft.com/office/drawing/2014/main" id="{D647A1AC-19ED-5D05-B46D-1908C1F5547F}"/>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Tree>
    <p:extLst>
      <p:ext uri="{BB962C8B-B14F-4D97-AF65-F5344CB8AC3E}">
        <p14:creationId xmlns:p14="http://schemas.microsoft.com/office/powerpoint/2010/main" val="3293157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x content 3/4 width (yellow)">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gradFill flip="none" rotWithShape="1">
            <a:gsLst>
              <a:gs pos="0">
                <a:srgbClr val="000000">
                  <a:alpha val="60000"/>
                </a:srgbClr>
              </a:gs>
              <a:gs pos="100000">
                <a:srgbClr val="000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F59D21"/>
              </a:gs>
              <a:gs pos="100000">
                <a:srgbClr val="F3D213"/>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9250732"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Text Placeholder 48">
            <a:extLst>
              <a:ext uri="{FF2B5EF4-FFF2-40B4-BE49-F238E27FC236}">
                <a16:creationId xmlns:a16="http://schemas.microsoft.com/office/drawing/2014/main" id="{17581443-982E-7A10-C375-67A47B1FBEF6}"/>
              </a:ext>
            </a:extLst>
          </p:cNvPr>
          <p:cNvSpPr>
            <a:spLocks noGrp="1"/>
          </p:cNvSpPr>
          <p:nvPr>
            <p:ph type="body" sz="quarter" idx="18" hasCustomPrompt="1"/>
          </p:nvPr>
        </p:nvSpPr>
        <p:spPr>
          <a:xfrm>
            <a:off x="421200" y="5709931"/>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41EA0704-650C-60E0-1140-EAC4FA1513CC}"/>
              </a:ext>
            </a:extLst>
          </p:cNvPr>
          <p:cNvGrpSpPr/>
          <p:nvPr userDrawn="1"/>
        </p:nvGrpSpPr>
        <p:grpSpPr>
          <a:xfrm>
            <a:off x="12489757" y="3161750"/>
            <a:ext cx="1368152" cy="1198577"/>
            <a:chOff x="1818992" y="5460409"/>
            <a:chExt cx="1368152" cy="1198577"/>
          </a:xfrm>
        </p:grpSpPr>
        <p:sp>
          <p:nvSpPr>
            <p:cNvPr id="11" name="Graphic 636">
              <a:extLst>
                <a:ext uri="{FF2B5EF4-FFF2-40B4-BE49-F238E27FC236}">
                  <a16:creationId xmlns:a16="http://schemas.microsoft.com/office/drawing/2014/main" id="{B25A241A-9D22-FA1D-E739-5E14C988BC7B}"/>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48" name="Group 47">
              <a:extLst>
                <a:ext uri="{FF2B5EF4-FFF2-40B4-BE49-F238E27FC236}">
                  <a16:creationId xmlns:a16="http://schemas.microsoft.com/office/drawing/2014/main" id="{7FCC8623-46BA-DF2E-C06A-AF43F36FAF8C}"/>
                </a:ext>
              </a:extLst>
            </p:cNvPr>
            <p:cNvGrpSpPr/>
            <p:nvPr/>
          </p:nvGrpSpPr>
          <p:grpSpPr bwMode="gray">
            <a:xfrm>
              <a:off x="1818992" y="5460409"/>
              <a:ext cx="1368152" cy="1198577"/>
              <a:chOff x="287524" y="3864469"/>
              <a:chExt cx="1368152" cy="1198577"/>
            </a:xfrm>
          </p:grpSpPr>
          <p:sp>
            <p:nvSpPr>
              <p:cNvPr id="53" name="TextBox 52">
                <a:extLst>
                  <a:ext uri="{FF2B5EF4-FFF2-40B4-BE49-F238E27FC236}">
                    <a16:creationId xmlns:a16="http://schemas.microsoft.com/office/drawing/2014/main" id="{0BFF6F89-CAC3-537F-566F-7ECCDB9976EE}"/>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4" name="Donut 24">
                <a:extLst>
                  <a:ext uri="{FF2B5EF4-FFF2-40B4-BE49-F238E27FC236}">
                    <a16:creationId xmlns:a16="http://schemas.microsoft.com/office/drawing/2014/main" id="{435CF823-3D94-866E-0EAE-BFC744AEEC26}"/>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5" name="Freeform 5">
                <a:extLst>
                  <a:ext uri="{FF2B5EF4-FFF2-40B4-BE49-F238E27FC236}">
                    <a16:creationId xmlns:a16="http://schemas.microsoft.com/office/drawing/2014/main" id="{F4794ED2-9EC3-8824-8223-84284488805F}"/>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3859646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x content full width (blue/turquois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5391CA"/>
              </a:gs>
              <a:gs pos="100000">
                <a:srgbClr val="7FBFD7"/>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55" name="Group 54">
            <a:extLst>
              <a:ext uri="{FF2B5EF4-FFF2-40B4-BE49-F238E27FC236}">
                <a16:creationId xmlns:a16="http://schemas.microsoft.com/office/drawing/2014/main" id="{B75C8CC4-FD8F-99F0-E646-F60C26DAF7ED}"/>
              </a:ext>
            </a:extLst>
          </p:cNvPr>
          <p:cNvGrpSpPr/>
          <p:nvPr userDrawn="1"/>
        </p:nvGrpSpPr>
        <p:grpSpPr>
          <a:xfrm>
            <a:off x="12489757" y="3161750"/>
            <a:ext cx="1368152" cy="1198577"/>
            <a:chOff x="1818992" y="5460409"/>
            <a:chExt cx="1368152" cy="1198577"/>
          </a:xfrm>
        </p:grpSpPr>
        <p:sp>
          <p:nvSpPr>
            <p:cNvPr id="56" name="Graphic 636">
              <a:extLst>
                <a:ext uri="{FF2B5EF4-FFF2-40B4-BE49-F238E27FC236}">
                  <a16:creationId xmlns:a16="http://schemas.microsoft.com/office/drawing/2014/main" id="{F28BC6DB-8E1B-8077-8BE4-E1A25269F4EB}"/>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7" name="Group 56">
              <a:extLst>
                <a:ext uri="{FF2B5EF4-FFF2-40B4-BE49-F238E27FC236}">
                  <a16:creationId xmlns:a16="http://schemas.microsoft.com/office/drawing/2014/main" id="{BA526DCA-D5A8-3CFC-C52A-ECDD33AF12C3}"/>
                </a:ext>
              </a:extLst>
            </p:cNvPr>
            <p:cNvGrpSpPr/>
            <p:nvPr/>
          </p:nvGrpSpPr>
          <p:grpSpPr bwMode="gray">
            <a:xfrm>
              <a:off x="1818992" y="5460409"/>
              <a:ext cx="1368152" cy="1198577"/>
              <a:chOff x="287524" y="3864469"/>
              <a:chExt cx="1368152" cy="1198577"/>
            </a:xfrm>
          </p:grpSpPr>
          <p:sp>
            <p:nvSpPr>
              <p:cNvPr id="58" name="TextBox 57">
                <a:extLst>
                  <a:ext uri="{FF2B5EF4-FFF2-40B4-BE49-F238E27FC236}">
                    <a16:creationId xmlns:a16="http://schemas.microsoft.com/office/drawing/2014/main" id="{15EAFF37-E082-507A-C622-3AF8C07FFC24}"/>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9" name="Donut 24">
                <a:extLst>
                  <a:ext uri="{FF2B5EF4-FFF2-40B4-BE49-F238E27FC236}">
                    <a16:creationId xmlns:a16="http://schemas.microsoft.com/office/drawing/2014/main" id="{D6393177-34B0-BB08-CB41-D2574041AF32}"/>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0" name="Freeform 5">
                <a:extLst>
                  <a:ext uri="{FF2B5EF4-FFF2-40B4-BE49-F238E27FC236}">
                    <a16:creationId xmlns:a16="http://schemas.microsoft.com/office/drawing/2014/main" id="{674A0154-A2C4-5133-81EE-078DEF53D2B7}"/>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319326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x content full width (green)">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9FCAC5"/>
              </a:gs>
              <a:gs pos="100000">
                <a:srgbClr val="B4C960"/>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BF1D4603-EB11-5437-8017-04D090827A21}"/>
              </a:ext>
            </a:extLst>
          </p:cNvPr>
          <p:cNvGrpSpPr/>
          <p:nvPr userDrawn="1"/>
        </p:nvGrpSpPr>
        <p:grpSpPr>
          <a:xfrm>
            <a:off x="12489757" y="3161750"/>
            <a:ext cx="1368152" cy="1198577"/>
            <a:chOff x="1818992" y="5460409"/>
            <a:chExt cx="1368152" cy="1198577"/>
          </a:xfrm>
        </p:grpSpPr>
        <p:sp>
          <p:nvSpPr>
            <p:cNvPr id="11" name="Graphic 636">
              <a:extLst>
                <a:ext uri="{FF2B5EF4-FFF2-40B4-BE49-F238E27FC236}">
                  <a16:creationId xmlns:a16="http://schemas.microsoft.com/office/drawing/2014/main" id="{B80CF85A-1175-50C8-A4DB-13A8DD072396}"/>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3" name="Group 52">
              <a:extLst>
                <a:ext uri="{FF2B5EF4-FFF2-40B4-BE49-F238E27FC236}">
                  <a16:creationId xmlns:a16="http://schemas.microsoft.com/office/drawing/2014/main" id="{120F6B94-5373-8C36-0881-674AFC0F6003}"/>
                </a:ext>
              </a:extLst>
            </p:cNvPr>
            <p:cNvGrpSpPr/>
            <p:nvPr/>
          </p:nvGrpSpPr>
          <p:grpSpPr bwMode="gray">
            <a:xfrm>
              <a:off x="1818992" y="5460409"/>
              <a:ext cx="1368152" cy="1198577"/>
              <a:chOff x="287524" y="3864469"/>
              <a:chExt cx="1368152" cy="1198577"/>
            </a:xfrm>
          </p:grpSpPr>
          <p:sp>
            <p:nvSpPr>
              <p:cNvPr id="54" name="TextBox 53">
                <a:extLst>
                  <a:ext uri="{FF2B5EF4-FFF2-40B4-BE49-F238E27FC236}">
                    <a16:creationId xmlns:a16="http://schemas.microsoft.com/office/drawing/2014/main" id="{73C8BAA6-5BE2-2450-B08A-EFA723D255F4}"/>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5" name="Donut 24">
                <a:extLst>
                  <a:ext uri="{FF2B5EF4-FFF2-40B4-BE49-F238E27FC236}">
                    <a16:creationId xmlns:a16="http://schemas.microsoft.com/office/drawing/2014/main" id="{9D76E5E6-53B4-E576-5396-7CD34F505FA1}"/>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6" name="Freeform 5">
                <a:extLst>
                  <a:ext uri="{FF2B5EF4-FFF2-40B4-BE49-F238E27FC236}">
                    <a16:creationId xmlns:a16="http://schemas.microsoft.com/office/drawing/2014/main" id="{38A32D80-CE6C-C16D-E072-A57B00DACDAF}"/>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365188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x content full width (red/ros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C1004A"/>
              </a:gs>
              <a:gs pos="100000">
                <a:srgbClr val="C74A8D"/>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F455A83F-4BD0-E269-BDC1-198483242A69}"/>
              </a:ext>
            </a:extLst>
          </p:cNvPr>
          <p:cNvGrpSpPr/>
          <p:nvPr userDrawn="1"/>
        </p:nvGrpSpPr>
        <p:grpSpPr>
          <a:xfrm>
            <a:off x="12489757" y="3161750"/>
            <a:ext cx="1368152" cy="1198577"/>
            <a:chOff x="1818992" y="5460409"/>
            <a:chExt cx="1368152" cy="1198577"/>
          </a:xfrm>
        </p:grpSpPr>
        <p:sp>
          <p:nvSpPr>
            <p:cNvPr id="11" name="Graphic 636">
              <a:extLst>
                <a:ext uri="{FF2B5EF4-FFF2-40B4-BE49-F238E27FC236}">
                  <a16:creationId xmlns:a16="http://schemas.microsoft.com/office/drawing/2014/main" id="{83D29193-B21B-4D4F-37E3-F26CA1DBDE3C}"/>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3" name="Group 52">
              <a:extLst>
                <a:ext uri="{FF2B5EF4-FFF2-40B4-BE49-F238E27FC236}">
                  <a16:creationId xmlns:a16="http://schemas.microsoft.com/office/drawing/2014/main" id="{613E7072-7158-0514-8FA6-B65418AB96A8}"/>
                </a:ext>
              </a:extLst>
            </p:cNvPr>
            <p:cNvGrpSpPr/>
            <p:nvPr/>
          </p:nvGrpSpPr>
          <p:grpSpPr bwMode="gray">
            <a:xfrm>
              <a:off x="1818992" y="5460409"/>
              <a:ext cx="1368152" cy="1198577"/>
              <a:chOff x="287524" y="3864469"/>
              <a:chExt cx="1368152" cy="1198577"/>
            </a:xfrm>
          </p:grpSpPr>
          <p:sp>
            <p:nvSpPr>
              <p:cNvPr id="54" name="TextBox 53">
                <a:extLst>
                  <a:ext uri="{FF2B5EF4-FFF2-40B4-BE49-F238E27FC236}">
                    <a16:creationId xmlns:a16="http://schemas.microsoft.com/office/drawing/2014/main" id="{C7D59792-F3E7-6EC4-5A39-0A5ABFB0C877}"/>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5" name="Donut 24">
                <a:extLst>
                  <a:ext uri="{FF2B5EF4-FFF2-40B4-BE49-F238E27FC236}">
                    <a16:creationId xmlns:a16="http://schemas.microsoft.com/office/drawing/2014/main" id="{FBBF3B9C-3E5E-4283-FFC9-46D28E084987}"/>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6" name="Freeform 5">
                <a:extLst>
                  <a:ext uri="{FF2B5EF4-FFF2-40B4-BE49-F238E27FC236}">
                    <a16:creationId xmlns:a16="http://schemas.microsoft.com/office/drawing/2014/main" id="{16FCC327-7921-7A2A-E617-02B4081E29BE}"/>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2868710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x content full width (orange/yellow)">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F59D21"/>
              </a:gs>
              <a:gs pos="100000">
                <a:srgbClr val="F3D213"/>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90E8DF7C-D9C3-194A-1DE0-18E271402834}"/>
              </a:ext>
            </a:extLst>
          </p:cNvPr>
          <p:cNvGrpSpPr/>
          <p:nvPr userDrawn="1"/>
        </p:nvGrpSpPr>
        <p:grpSpPr>
          <a:xfrm>
            <a:off x="12489757" y="3161750"/>
            <a:ext cx="1368152" cy="1198577"/>
            <a:chOff x="1818992" y="5460409"/>
            <a:chExt cx="1368152" cy="1198577"/>
          </a:xfrm>
        </p:grpSpPr>
        <p:sp>
          <p:nvSpPr>
            <p:cNvPr id="11" name="Graphic 636">
              <a:extLst>
                <a:ext uri="{FF2B5EF4-FFF2-40B4-BE49-F238E27FC236}">
                  <a16:creationId xmlns:a16="http://schemas.microsoft.com/office/drawing/2014/main" id="{1D13D6E5-8951-03A1-A283-03B7169DF474}"/>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3" name="Group 52">
              <a:extLst>
                <a:ext uri="{FF2B5EF4-FFF2-40B4-BE49-F238E27FC236}">
                  <a16:creationId xmlns:a16="http://schemas.microsoft.com/office/drawing/2014/main" id="{E5A86164-800C-9548-D6D7-CAC6D3E5A47B}"/>
                </a:ext>
              </a:extLst>
            </p:cNvPr>
            <p:cNvGrpSpPr/>
            <p:nvPr/>
          </p:nvGrpSpPr>
          <p:grpSpPr bwMode="gray">
            <a:xfrm>
              <a:off x="1818992" y="5460409"/>
              <a:ext cx="1368152" cy="1198577"/>
              <a:chOff x="287524" y="3864469"/>
              <a:chExt cx="1368152" cy="1198577"/>
            </a:xfrm>
          </p:grpSpPr>
          <p:sp>
            <p:nvSpPr>
              <p:cNvPr id="54" name="TextBox 53">
                <a:extLst>
                  <a:ext uri="{FF2B5EF4-FFF2-40B4-BE49-F238E27FC236}">
                    <a16:creationId xmlns:a16="http://schemas.microsoft.com/office/drawing/2014/main" id="{18F3F5CA-BBC6-164C-96A0-930863399416}"/>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5" name="Donut 24">
                <a:extLst>
                  <a:ext uri="{FF2B5EF4-FFF2-40B4-BE49-F238E27FC236}">
                    <a16:creationId xmlns:a16="http://schemas.microsoft.com/office/drawing/2014/main" id="{0838EA13-9BA4-1EA0-9331-9517DB8DA4AC}"/>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6" name="Freeform 5">
                <a:extLst>
                  <a:ext uri="{FF2B5EF4-FFF2-40B4-BE49-F238E27FC236}">
                    <a16:creationId xmlns:a16="http://schemas.microsoft.com/office/drawing/2014/main" id="{B110274B-E4EA-CBCA-13E9-7EBCB8E0E7A5}"/>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1338185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x content half width (red)">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AB767DD-5834-D355-D256-609B0697DD46}"/>
              </a:ext>
            </a:extLst>
          </p:cNvPr>
          <p:cNvSpPr/>
          <p:nvPr userDrawn="1"/>
        </p:nvSpPr>
        <p:spPr>
          <a:xfrm>
            <a:off x="0" y="0"/>
            <a:ext cx="12192000" cy="6858000"/>
          </a:xfrm>
          <a:prstGeom prst="rect">
            <a:avLst/>
          </a:prstGeom>
          <a:gradFill flip="none" rotWithShape="1">
            <a:gsLst>
              <a:gs pos="0">
                <a:srgbClr val="000000">
                  <a:alpha val="80000"/>
                </a:srgbClr>
              </a:gs>
              <a:gs pos="85000">
                <a:srgbClr val="000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C1004A"/>
              </a:gs>
              <a:gs pos="100000">
                <a:srgbClr val="C74A8D"/>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530800"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6" name="Text Placeholder 48">
            <a:extLst>
              <a:ext uri="{FF2B5EF4-FFF2-40B4-BE49-F238E27FC236}">
                <a16:creationId xmlns:a16="http://schemas.microsoft.com/office/drawing/2014/main" id="{598FDEFF-DEEB-618F-B6E3-DCE04F6E3BCE}"/>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grpSp>
        <p:nvGrpSpPr>
          <p:cNvPr id="11" name="Group 10">
            <a:extLst>
              <a:ext uri="{FF2B5EF4-FFF2-40B4-BE49-F238E27FC236}">
                <a16:creationId xmlns:a16="http://schemas.microsoft.com/office/drawing/2014/main" id="{79836CC7-46BA-181D-0335-DCC9C51DC551}"/>
              </a:ext>
            </a:extLst>
          </p:cNvPr>
          <p:cNvGrpSpPr/>
          <p:nvPr userDrawn="1"/>
        </p:nvGrpSpPr>
        <p:grpSpPr>
          <a:xfrm>
            <a:off x="12489757" y="3161750"/>
            <a:ext cx="1368152" cy="1198577"/>
            <a:chOff x="1818992" y="5460409"/>
            <a:chExt cx="1368152" cy="1198577"/>
          </a:xfrm>
        </p:grpSpPr>
        <p:sp>
          <p:nvSpPr>
            <p:cNvPr id="13" name="Graphic 636">
              <a:extLst>
                <a:ext uri="{FF2B5EF4-FFF2-40B4-BE49-F238E27FC236}">
                  <a16:creationId xmlns:a16="http://schemas.microsoft.com/office/drawing/2014/main" id="{0006F5A0-F858-F002-EA4F-C6366EB0F7CC}"/>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48" name="Group 47">
              <a:extLst>
                <a:ext uri="{FF2B5EF4-FFF2-40B4-BE49-F238E27FC236}">
                  <a16:creationId xmlns:a16="http://schemas.microsoft.com/office/drawing/2014/main" id="{23539D18-1063-D711-8C81-26DD8AE88C0E}"/>
                </a:ext>
              </a:extLst>
            </p:cNvPr>
            <p:cNvGrpSpPr/>
            <p:nvPr/>
          </p:nvGrpSpPr>
          <p:grpSpPr bwMode="gray">
            <a:xfrm>
              <a:off x="1818992" y="5460409"/>
              <a:ext cx="1368152" cy="1198577"/>
              <a:chOff x="287524" y="3864469"/>
              <a:chExt cx="1368152" cy="1198577"/>
            </a:xfrm>
          </p:grpSpPr>
          <p:sp>
            <p:nvSpPr>
              <p:cNvPr id="53" name="TextBox 52">
                <a:extLst>
                  <a:ext uri="{FF2B5EF4-FFF2-40B4-BE49-F238E27FC236}">
                    <a16:creationId xmlns:a16="http://schemas.microsoft.com/office/drawing/2014/main" id="{1FD3F3FB-7E09-EE35-6615-01F63A0EAA84}"/>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54" name="Donut 24">
                <a:extLst>
                  <a:ext uri="{FF2B5EF4-FFF2-40B4-BE49-F238E27FC236}">
                    <a16:creationId xmlns:a16="http://schemas.microsoft.com/office/drawing/2014/main" id="{CFE0F5C1-7B0E-1348-FB7C-DF069756FB0C}"/>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5" name="Freeform 5">
                <a:extLst>
                  <a:ext uri="{FF2B5EF4-FFF2-40B4-BE49-F238E27FC236}">
                    <a16:creationId xmlns:a16="http://schemas.microsoft.com/office/drawing/2014/main" id="{4D2F2869-10B8-D3E7-5E97-A4BAA5F46F03}"/>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392856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x content half width with shap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7" name="book master">
            <a:extLst>
              <a:ext uri="{FF2B5EF4-FFF2-40B4-BE49-F238E27FC236}">
                <a16:creationId xmlns:a16="http://schemas.microsoft.com/office/drawing/2014/main" id="{4D7D0378-CA0B-CA9D-6962-A6AA3D8B489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2591100" y="2871394"/>
            <a:ext cx="332199" cy="286849"/>
          </a:xfrm>
          <a:prstGeom prst="rect">
            <a:avLst/>
          </a:prstGeom>
        </p:spPr>
      </p:pic>
      <p:sp>
        <p:nvSpPr>
          <p:cNvPr id="7" name="Rectangle 6">
            <a:extLst>
              <a:ext uri="{FF2B5EF4-FFF2-40B4-BE49-F238E27FC236}">
                <a16:creationId xmlns:a16="http://schemas.microsoft.com/office/drawing/2014/main" id="{FAB767DD-5834-D355-D256-609B0697DD46}"/>
              </a:ext>
            </a:extLst>
          </p:cNvPr>
          <p:cNvSpPr/>
          <p:nvPr userDrawn="1"/>
        </p:nvSpPr>
        <p:spPr>
          <a:xfrm>
            <a:off x="-11968" y="12793"/>
            <a:ext cx="12192000" cy="6858000"/>
          </a:xfrm>
          <a:prstGeom prst="rect">
            <a:avLst/>
          </a:prstGeom>
          <a:gradFill flip="none" rotWithShape="1">
            <a:gsLst>
              <a:gs pos="0">
                <a:srgbClr val="000000">
                  <a:alpha val="80000"/>
                </a:srgbClr>
              </a:gs>
              <a:gs pos="85000">
                <a:srgbClr val="000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530800"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173145" cy="2237323"/>
            <a:chOff x="287524" y="320055"/>
            <a:chExt cx="2173145" cy="2237323"/>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0" name="Group 9">
              <a:extLst>
                <a:ext uri="{FF2B5EF4-FFF2-40B4-BE49-F238E27FC236}">
                  <a16:creationId xmlns:a16="http://schemas.microsoft.com/office/drawing/2014/main" id="{F32D0638-6916-9F84-257B-738050E86630}"/>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0" name="Oval 9">
                <a:extLst>
                  <a:ext uri="{FF2B5EF4-FFF2-40B4-BE49-F238E27FC236}">
                    <a16:creationId xmlns:a16="http://schemas.microsoft.com/office/drawing/2014/main" id="{D99D859C-E1EF-85A0-9A26-A1FE04141993}"/>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1" name="Freeform 10">
                <a:extLst>
                  <a:ext uri="{FF2B5EF4-FFF2-40B4-BE49-F238E27FC236}">
                    <a16:creationId xmlns:a16="http://schemas.microsoft.com/office/drawing/2014/main" id="{E6CE6C0F-13DE-BCE0-575D-8D09372DF013}"/>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599158" y="5816329"/>
            <a:ext cx="2027641" cy="415825"/>
          </a:xfrm>
          <a:prstGeom prst="rect">
            <a:avLst/>
          </a:prstGeom>
        </p:spPr>
      </p:pic>
      <p:sp>
        <p:nvSpPr>
          <p:cNvPr id="6" name="Text Placeholder 48">
            <a:extLst>
              <a:ext uri="{FF2B5EF4-FFF2-40B4-BE49-F238E27FC236}">
                <a16:creationId xmlns:a16="http://schemas.microsoft.com/office/drawing/2014/main" id="{598FDEFF-DEEB-618F-B6E3-DCE04F6E3BCE}"/>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6"/>
                </a:ext>
              </a:extLst>
            </a:blip>
            <a:srcRect/>
            <a:stretch>
              <a:fillRect l="-1"/>
            </a:stretch>
          </a:blipFill>
        </p:spPr>
        <p:txBody>
          <a:bodyPr/>
          <a:lstStyle/>
          <a:p>
            <a:pPr lvl="0"/>
            <a:r>
              <a:rPr lang="en-GB" dirty="0"/>
              <a:t> </a:t>
            </a:r>
          </a:p>
        </p:txBody>
      </p:sp>
      <p:sp>
        <p:nvSpPr>
          <p:cNvPr id="59" name="Text Placeholder 58">
            <a:extLst>
              <a:ext uri="{FF2B5EF4-FFF2-40B4-BE49-F238E27FC236}">
                <a16:creationId xmlns:a16="http://schemas.microsoft.com/office/drawing/2014/main" id="{F4F4B4F0-5B54-CF21-A64A-BB17FF2AF8EC}"/>
              </a:ext>
            </a:extLst>
          </p:cNvPr>
          <p:cNvSpPr>
            <a:spLocks noGrp="1"/>
          </p:cNvSpPr>
          <p:nvPr>
            <p:ph type="body" sz="quarter" idx="19" hasCustomPrompt="1"/>
          </p:nvPr>
        </p:nvSpPr>
        <p:spPr bwMode="gray">
          <a:xfrm>
            <a:off x="7005037" y="1752825"/>
            <a:ext cx="4338076" cy="3747041"/>
          </a:xfrm>
          <a:custGeom>
            <a:avLst/>
            <a:gdLst>
              <a:gd name="csX0" fmla="*/ 232861 w 2305476"/>
              <a:gd name="csY0" fmla="*/ 0 h 1991370"/>
              <a:gd name="csX1" fmla="*/ 807297 w 2305476"/>
              <a:gd name="csY1" fmla="*/ 124865 h 1991370"/>
              <a:gd name="csX2" fmla="*/ 910845 w 2305476"/>
              <a:gd name="csY2" fmla="*/ 179165 h 1991370"/>
              <a:gd name="csX3" fmla="*/ 1106087 w 2305476"/>
              <a:gd name="csY3" fmla="*/ 318064 h 1991370"/>
              <a:gd name="csX4" fmla="*/ 1152738 w 2305476"/>
              <a:gd name="csY4" fmla="*/ 357474 h 1991370"/>
              <a:gd name="csX5" fmla="*/ 1199396 w 2305476"/>
              <a:gd name="csY5" fmla="*/ 318064 h 1991370"/>
              <a:gd name="csX6" fmla="*/ 1394637 w 2305476"/>
              <a:gd name="csY6" fmla="*/ 179165 h 1991370"/>
              <a:gd name="csX7" fmla="*/ 1498186 w 2305476"/>
              <a:gd name="csY7" fmla="*/ 124865 h 1991370"/>
              <a:gd name="csX8" fmla="*/ 2072622 w 2305476"/>
              <a:gd name="csY8" fmla="*/ 0 h 1991370"/>
              <a:gd name="csX9" fmla="*/ 2305476 w 2305476"/>
              <a:gd name="csY9" fmla="*/ 16983 h 1991370"/>
              <a:gd name="csX10" fmla="*/ 2305476 w 2305476"/>
              <a:gd name="csY10" fmla="*/ 1531537 h 1991370"/>
              <a:gd name="csX11" fmla="*/ 1153070 w 2305476"/>
              <a:gd name="csY11" fmla="*/ 1991370 h 1991370"/>
              <a:gd name="csX12" fmla="*/ 1152738 w 2305476"/>
              <a:gd name="csY12" fmla="*/ 1991370 h 1991370"/>
              <a:gd name="csX13" fmla="*/ 1152411 w 2305476"/>
              <a:gd name="csY13" fmla="*/ 1991370 h 1991370"/>
              <a:gd name="csX14" fmla="*/ 0 w 2305476"/>
              <a:gd name="csY14" fmla="*/ 1531537 h 1991370"/>
              <a:gd name="csX15" fmla="*/ 0 w 2305476"/>
              <a:gd name="csY15" fmla="*/ 16983 h 1991370"/>
              <a:gd name="csX16" fmla="*/ 232861 w 2305476"/>
              <a:gd name="csY16" fmla="*/ 0 h 19913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305476" h="1991370">
                <a:moveTo>
                  <a:pt x="232861" y="0"/>
                </a:moveTo>
                <a:cubicBezTo>
                  <a:pt x="440926" y="335"/>
                  <a:pt x="632255" y="42044"/>
                  <a:pt x="807297" y="124865"/>
                </a:cubicBezTo>
                <a:cubicBezTo>
                  <a:pt x="842301" y="141367"/>
                  <a:pt x="876740" y="159071"/>
                  <a:pt x="910845" y="179165"/>
                </a:cubicBezTo>
                <a:cubicBezTo>
                  <a:pt x="978427" y="219066"/>
                  <a:pt x="1043387" y="265411"/>
                  <a:pt x="1106087" y="318064"/>
                </a:cubicBezTo>
                <a:lnTo>
                  <a:pt x="1152738" y="357474"/>
                </a:lnTo>
                <a:lnTo>
                  <a:pt x="1199396" y="318064"/>
                </a:lnTo>
                <a:cubicBezTo>
                  <a:pt x="1262096" y="265411"/>
                  <a:pt x="1327056" y="219066"/>
                  <a:pt x="1394637" y="179165"/>
                </a:cubicBezTo>
                <a:cubicBezTo>
                  <a:pt x="1428742" y="159071"/>
                  <a:pt x="1463182" y="141367"/>
                  <a:pt x="1498186" y="124865"/>
                </a:cubicBezTo>
                <a:cubicBezTo>
                  <a:pt x="1673225" y="42044"/>
                  <a:pt x="1864557" y="335"/>
                  <a:pt x="2072622" y="0"/>
                </a:cubicBezTo>
                <a:cubicBezTo>
                  <a:pt x="2147870" y="0"/>
                  <a:pt x="2225611" y="6180"/>
                  <a:pt x="2305476" y="16983"/>
                </a:cubicBezTo>
                <a:lnTo>
                  <a:pt x="2305476" y="1531537"/>
                </a:lnTo>
                <a:cubicBezTo>
                  <a:pt x="1912145" y="1536865"/>
                  <a:pt x="1535281" y="1667159"/>
                  <a:pt x="1153070" y="1991370"/>
                </a:cubicBezTo>
                <a:lnTo>
                  <a:pt x="1152738" y="1991370"/>
                </a:lnTo>
                <a:lnTo>
                  <a:pt x="1152411" y="1991370"/>
                </a:lnTo>
                <a:cubicBezTo>
                  <a:pt x="770202" y="1667159"/>
                  <a:pt x="393337" y="1536865"/>
                  <a:pt x="0" y="1531537"/>
                </a:cubicBezTo>
                <a:lnTo>
                  <a:pt x="0" y="16983"/>
                </a:lnTo>
                <a:cubicBezTo>
                  <a:pt x="79872" y="6180"/>
                  <a:pt x="157614" y="0"/>
                  <a:pt x="232861" y="0"/>
                </a:cubicBezTo>
                <a:close/>
              </a:path>
            </a:pathLst>
          </a:custGeom>
          <a:noFill/>
          <a:ln w="12700">
            <a:solidFill>
              <a:srgbClr val="FFFFFF"/>
            </a:solidFill>
          </a:ln>
        </p:spPr>
        <p:txBody>
          <a:bodyPr wrap="square">
            <a:noAutofit/>
          </a:bodyPr>
          <a:lstStyle/>
          <a:p>
            <a:pPr lvl="0"/>
            <a:r>
              <a:rPr lang="en-GB" dirty="0"/>
              <a:t> </a:t>
            </a:r>
          </a:p>
        </p:txBody>
      </p:sp>
      <p:grpSp>
        <p:nvGrpSpPr>
          <p:cNvPr id="60" name="Group 59">
            <a:extLst>
              <a:ext uri="{FF2B5EF4-FFF2-40B4-BE49-F238E27FC236}">
                <a16:creationId xmlns:a16="http://schemas.microsoft.com/office/drawing/2014/main" id="{EED378C2-8A08-CFB8-BBC6-C6E998A6B59E}"/>
              </a:ext>
            </a:extLst>
          </p:cNvPr>
          <p:cNvGrpSpPr/>
          <p:nvPr userDrawn="1"/>
        </p:nvGrpSpPr>
        <p:grpSpPr bwMode="gray">
          <a:xfrm>
            <a:off x="12479794" y="2734412"/>
            <a:ext cx="1970439" cy="1337077"/>
            <a:chOff x="287524" y="320055"/>
            <a:chExt cx="1970439" cy="1337077"/>
          </a:xfrm>
        </p:grpSpPr>
        <p:sp>
          <p:nvSpPr>
            <p:cNvPr id="61" name="TextBox 60">
              <a:extLst>
                <a:ext uri="{FF2B5EF4-FFF2-40B4-BE49-F238E27FC236}">
                  <a16:creationId xmlns:a16="http://schemas.microsoft.com/office/drawing/2014/main" id="{70094C68-A924-465C-40F1-6D6154235978}"/>
                </a:ext>
              </a:extLst>
            </p:cNvPr>
            <p:cNvSpPr txBox="1"/>
            <p:nvPr/>
          </p:nvSpPr>
          <p:spPr bwMode="gray">
            <a:xfrm>
              <a:off x="287525" y="1010801"/>
              <a:ext cx="1970438" cy="646331"/>
            </a:xfrm>
            <a:prstGeom prst="rect">
              <a:avLst/>
            </a:prstGeom>
            <a:noFill/>
          </p:spPr>
          <p:txBody>
            <a:bodyPr wrap="square" lIns="0" tIns="0" rIns="0" bIns="0" rtlCol="0">
              <a:spAutoFit/>
            </a:bodyPr>
            <a:lstStyle/>
            <a:p>
              <a:r>
                <a:rPr lang="en-GB" sz="1050" dirty="0">
                  <a:solidFill>
                    <a:srgbClr val="000000"/>
                  </a:solidFill>
                </a:rPr>
                <a:t>Try moving and resizing the ‘Extraordinary’ shape to draw attention to a particular part of your picture.</a:t>
              </a:r>
              <a:endParaRPr lang="en-GB" sz="900" dirty="0">
                <a:solidFill>
                  <a:srgbClr val="000000"/>
                </a:solidFill>
              </a:endParaRPr>
            </a:p>
          </p:txBody>
        </p:sp>
        <p:sp>
          <p:nvSpPr>
            <p:cNvPr id="63" name="Donut 24">
              <a:extLst>
                <a:ext uri="{FF2B5EF4-FFF2-40B4-BE49-F238E27FC236}">
                  <a16:creationId xmlns:a16="http://schemas.microsoft.com/office/drawing/2014/main" id="{A7F8C0E3-5B6B-F6E5-0A43-AF2941757C14}"/>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4" name="Freeform 7">
              <a:extLst>
                <a:ext uri="{FF2B5EF4-FFF2-40B4-BE49-F238E27FC236}">
                  <a16:creationId xmlns:a16="http://schemas.microsoft.com/office/drawing/2014/main" id="{9940D71F-5B1D-D732-7B82-3650E40F8EE1}"/>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883522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x content full width (gradient)">
    <p:bg bwMode="gray">
      <p:bgPr>
        <a:gradFill flip="none" rotWithShape="1">
          <a:gsLst>
            <a:gs pos="0">
              <a:schemeClr val="accent3"/>
            </a:gs>
            <a:gs pos="100000">
              <a:schemeClr val="accent4"/>
            </a:gs>
          </a:gsLst>
          <a:lin ang="18900000" scaled="1"/>
          <a:tileRect/>
        </a:gra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22858773-AEF5-F965-63A2-57537B1ABDBF}"/>
              </a:ext>
            </a:extLst>
          </p:cNvPr>
          <p:cNvSpPr/>
          <p:nvPr userDrawn="1"/>
        </p:nvSpPr>
        <p:spPr bwMode="ltGray">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11075938"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grpSp>
        <p:nvGrpSpPr>
          <p:cNvPr id="48" name="Group 47">
            <a:extLst>
              <a:ext uri="{FF2B5EF4-FFF2-40B4-BE49-F238E27FC236}">
                <a16:creationId xmlns:a16="http://schemas.microsoft.com/office/drawing/2014/main" id="{372DEC71-1F19-29B4-C2AB-43A8966F66C5}"/>
              </a:ext>
            </a:extLst>
          </p:cNvPr>
          <p:cNvGrpSpPr/>
          <p:nvPr userDrawn="1"/>
        </p:nvGrpSpPr>
        <p:grpSpPr>
          <a:xfrm>
            <a:off x="12479795" y="4713010"/>
            <a:ext cx="2604261" cy="2144990"/>
            <a:chOff x="12479795" y="4620677"/>
            <a:chExt cx="2604261" cy="2144990"/>
          </a:xfrm>
        </p:grpSpPr>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604261" cy="2144990"/>
              <a:chOff x="287524" y="320055"/>
              <a:chExt cx="2604261" cy="2144990"/>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3" name="Rectangle 12">
              <a:extLst>
                <a:ext uri="{FF2B5EF4-FFF2-40B4-BE49-F238E27FC236}">
                  <a16:creationId xmlns:a16="http://schemas.microsoft.com/office/drawing/2014/main" id="{0101391E-68D4-4BC2-14FB-7947B1D8A59A}"/>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0" name="Text Placeholder 48">
            <a:extLst>
              <a:ext uri="{FF2B5EF4-FFF2-40B4-BE49-F238E27FC236}">
                <a16:creationId xmlns:a16="http://schemas.microsoft.com/office/drawing/2014/main" id="{21312856-A717-A2A8-5E1C-30A262D64B63}"/>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spTree>
    <p:extLst>
      <p:ext uri="{BB962C8B-B14F-4D97-AF65-F5344CB8AC3E}">
        <p14:creationId xmlns:p14="http://schemas.microsoft.com/office/powerpoint/2010/main" val="347167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x content full width. Title bottom gradient">
    <p:bg bwMode="gray">
      <p:bgPr>
        <a:gradFill flip="none" rotWithShape="1">
          <a:gsLst>
            <a:gs pos="0">
              <a:srgbClr val="5391CA"/>
            </a:gs>
            <a:gs pos="100000">
              <a:srgbClr val="7FBFD7"/>
            </a:gs>
          </a:gsLst>
          <a:lin ang="18900000" scaled="1"/>
          <a:tileRect/>
        </a:gradFill>
        <a:effectLst/>
      </p:bgPr>
    </p:bg>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703432"/>
            <a:ext cx="11075938"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4612355"/>
            <a:ext cx="8184620" cy="950102"/>
          </a:xfrm>
        </p:spPr>
        <p:txBody>
          <a:bodyPr anchor="b">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0"/>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4452923"/>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48" name="Group 47">
            <a:extLst>
              <a:ext uri="{FF2B5EF4-FFF2-40B4-BE49-F238E27FC236}">
                <a16:creationId xmlns:a16="http://schemas.microsoft.com/office/drawing/2014/main" id="{372DEC71-1F19-29B4-C2AB-43A8966F66C5}"/>
              </a:ext>
            </a:extLst>
          </p:cNvPr>
          <p:cNvGrpSpPr/>
          <p:nvPr userDrawn="1"/>
        </p:nvGrpSpPr>
        <p:grpSpPr>
          <a:xfrm>
            <a:off x="12479795" y="4713010"/>
            <a:ext cx="2604261" cy="2144990"/>
            <a:chOff x="12479795" y="4620677"/>
            <a:chExt cx="2604261" cy="2144990"/>
          </a:xfrm>
        </p:grpSpPr>
        <p:grpSp>
          <p:nvGrpSpPr>
            <p:cNvPr id="8" name="Group 7">
              <a:extLst>
                <a:ext uri="{FF2B5EF4-FFF2-40B4-BE49-F238E27FC236}">
                  <a16:creationId xmlns:a16="http://schemas.microsoft.com/office/drawing/2014/main" id="{053DE730-5A22-B0A0-8F7B-6A24656EB4BB}"/>
                </a:ext>
              </a:extLst>
            </p:cNvPr>
            <p:cNvGrpSpPr/>
            <p:nvPr userDrawn="1"/>
          </p:nvGrpSpPr>
          <p:grpSpPr bwMode="gray">
            <a:xfrm>
              <a:off x="12479795" y="4620677"/>
              <a:ext cx="2604261" cy="2144990"/>
              <a:chOff x="287524" y="320055"/>
              <a:chExt cx="2604261" cy="2144990"/>
            </a:xfrm>
          </p:grpSpPr>
          <p:sp>
            <p:nvSpPr>
              <p:cNvPr id="9" name="TextBox 8">
                <a:extLst>
                  <a:ext uri="{FF2B5EF4-FFF2-40B4-BE49-F238E27FC236}">
                    <a16:creationId xmlns:a16="http://schemas.microsoft.com/office/drawing/2014/main" id="{D796FACC-51E6-4A52-7897-EB31176B85DC}"/>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6" name="Donut 24">
                <a:extLst>
                  <a:ext uri="{FF2B5EF4-FFF2-40B4-BE49-F238E27FC236}">
                    <a16:creationId xmlns:a16="http://schemas.microsoft.com/office/drawing/2014/main" id="{03660CD2-54E2-AEF1-FA5F-C0EF6722412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9" name="Freeform 7">
                <a:extLst>
                  <a:ext uri="{FF2B5EF4-FFF2-40B4-BE49-F238E27FC236}">
                    <a16:creationId xmlns:a16="http://schemas.microsoft.com/office/drawing/2014/main" id="{7B4638C3-6977-9A85-3081-F015487180AC}"/>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3" name="Rectangle 12">
              <a:extLst>
                <a:ext uri="{FF2B5EF4-FFF2-40B4-BE49-F238E27FC236}">
                  <a16:creationId xmlns:a16="http://schemas.microsoft.com/office/drawing/2014/main" id="{0101391E-68D4-4BC2-14FB-7947B1D8A59A}"/>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0" name="Text Placeholder 48">
            <a:extLst>
              <a:ext uri="{FF2B5EF4-FFF2-40B4-BE49-F238E27FC236}">
                <a16:creationId xmlns:a16="http://schemas.microsoft.com/office/drawing/2014/main" id="{21312856-A717-A2A8-5E1C-30A262D64B63}"/>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sp>
        <p:nvSpPr>
          <p:cNvPr id="56" name="Freeform: Shape 55">
            <a:extLst>
              <a:ext uri="{FF2B5EF4-FFF2-40B4-BE49-F238E27FC236}">
                <a16:creationId xmlns:a16="http://schemas.microsoft.com/office/drawing/2014/main" id="{EEC881AF-DCF0-7941-0158-3D0F377A3DC8}"/>
              </a:ext>
            </a:extLst>
          </p:cNvPr>
          <p:cNvSpPr/>
          <p:nvPr userDrawn="1"/>
        </p:nvSpPr>
        <p:spPr>
          <a:xfrm flipV="1">
            <a:off x="9307965" y="4766932"/>
            <a:ext cx="2920611" cy="2127645"/>
          </a:xfrm>
          <a:custGeom>
            <a:avLst/>
            <a:gdLst>
              <a:gd name="csX0" fmla="*/ 468283 w 2920611"/>
              <a:gd name="csY0" fmla="*/ 2127645 h 2127645"/>
              <a:gd name="csX1" fmla="*/ 1623474 w 2920611"/>
              <a:gd name="csY1" fmla="*/ 1876541 h 2127645"/>
              <a:gd name="csX2" fmla="*/ 1831710 w 2920611"/>
              <a:gd name="csY2" fmla="*/ 1767345 h 2127645"/>
              <a:gd name="csX3" fmla="*/ 2224339 w 2920611"/>
              <a:gd name="csY3" fmla="*/ 1488018 h 2127645"/>
              <a:gd name="csX4" fmla="*/ 2318154 w 2920611"/>
              <a:gd name="csY4" fmla="*/ 1408765 h 2127645"/>
              <a:gd name="csX5" fmla="*/ 2411985 w 2920611"/>
              <a:gd name="csY5" fmla="*/ 1488018 h 2127645"/>
              <a:gd name="csX6" fmla="*/ 2804615 w 2920611"/>
              <a:gd name="csY6" fmla="*/ 1767345 h 2127645"/>
              <a:gd name="csX7" fmla="*/ 2920611 w 2920611"/>
              <a:gd name="csY7" fmla="*/ 1828172 h 2127645"/>
              <a:gd name="csX8" fmla="*/ 2920611 w 2920611"/>
              <a:gd name="csY8" fmla="*/ 0 h 2127645"/>
              <a:gd name="csX9" fmla="*/ 0 w 2920611"/>
              <a:gd name="csY9" fmla="*/ 0 h 2127645"/>
              <a:gd name="csX10" fmla="*/ 0 w 2920611"/>
              <a:gd name="csY10" fmla="*/ 2093492 h 2127645"/>
              <a:gd name="csX11" fmla="*/ 468283 w 2920611"/>
              <a:gd name="csY11" fmla="*/ 2127645 h 2127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920611" h="2127645">
                <a:moveTo>
                  <a:pt x="468283" y="2127645"/>
                </a:moveTo>
                <a:cubicBezTo>
                  <a:pt x="886701" y="2126972"/>
                  <a:pt x="1271465" y="2043094"/>
                  <a:pt x="1623474" y="1876541"/>
                </a:cubicBezTo>
                <a:cubicBezTo>
                  <a:pt x="1693865" y="1843357"/>
                  <a:pt x="1763124" y="1807754"/>
                  <a:pt x="1831710" y="1767345"/>
                </a:cubicBezTo>
                <a:cubicBezTo>
                  <a:pt x="1967616" y="1687103"/>
                  <a:pt x="2098251" y="1593905"/>
                  <a:pt x="2224339" y="1488018"/>
                </a:cubicBezTo>
                <a:lnTo>
                  <a:pt x="2318154" y="1408765"/>
                </a:lnTo>
                <a:lnTo>
                  <a:pt x="2411985" y="1488018"/>
                </a:lnTo>
                <a:cubicBezTo>
                  <a:pt x="2538073" y="1593905"/>
                  <a:pt x="2668709" y="1687103"/>
                  <a:pt x="2804615" y="1767345"/>
                </a:cubicBezTo>
                <a:lnTo>
                  <a:pt x="2920611" y="1828172"/>
                </a:lnTo>
                <a:lnTo>
                  <a:pt x="2920611" y="0"/>
                </a:lnTo>
                <a:lnTo>
                  <a:pt x="0" y="0"/>
                </a:lnTo>
                <a:lnTo>
                  <a:pt x="0" y="2093492"/>
                </a:lnTo>
                <a:cubicBezTo>
                  <a:pt x="160621" y="2115217"/>
                  <a:pt x="316961" y="2127645"/>
                  <a:pt x="468283" y="2127645"/>
                </a:cubicBezTo>
                <a:close/>
              </a:path>
            </a:pathLst>
          </a:custGeom>
          <a:noFill/>
          <a:ln w="12700" cap="flat">
            <a:solidFill>
              <a:srgbClr val="FFFFFF"/>
            </a:solidFill>
            <a:prstDash val="solid"/>
            <a:miter/>
          </a:ln>
        </p:spPr>
        <p:txBody>
          <a:bodyPr wrap="square">
            <a:noAutofit/>
          </a:bodyPr>
          <a:lstStyle/>
          <a:p>
            <a:endParaRPr lang="en-GB"/>
          </a:p>
        </p:txBody>
      </p:sp>
    </p:spTree>
    <p:extLst>
      <p:ext uri="{BB962C8B-B14F-4D97-AF65-F5344CB8AC3E}">
        <p14:creationId xmlns:p14="http://schemas.microsoft.com/office/powerpoint/2010/main" val="102498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x content full width. Title bottom pic">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6A9960-702A-EC2F-5421-1D023F880412}"/>
              </a:ext>
            </a:extLst>
          </p:cNvPr>
          <p:cNvSpPr/>
          <p:nvPr userDrawn="1"/>
        </p:nvSpPr>
        <p:spPr>
          <a:xfrm>
            <a:off x="0" y="0"/>
            <a:ext cx="12192000" cy="6858000"/>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703432"/>
            <a:ext cx="11075938"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4612355"/>
            <a:ext cx="8184620" cy="950102"/>
          </a:xfrm>
        </p:spPr>
        <p:txBody>
          <a:bodyPr anchor="b">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0"/>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4452923"/>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99158" y="5816329"/>
            <a:ext cx="2027641" cy="415825"/>
          </a:xfrm>
          <a:prstGeom prst="rect">
            <a:avLst/>
          </a:prstGeom>
        </p:spPr>
      </p:pic>
      <p:sp>
        <p:nvSpPr>
          <p:cNvPr id="10" name="Text Placeholder 48">
            <a:extLst>
              <a:ext uri="{FF2B5EF4-FFF2-40B4-BE49-F238E27FC236}">
                <a16:creationId xmlns:a16="http://schemas.microsoft.com/office/drawing/2014/main" id="{21312856-A717-A2A8-5E1C-30A262D64B63}"/>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5"/>
                </a:ext>
              </a:extLst>
            </a:blip>
            <a:srcRect/>
            <a:stretch>
              <a:fillRect l="-1"/>
            </a:stretch>
          </a:blipFill>
        </p:spPr>
        <p:txBody>
          <a:bodyPr/>
          <a:lstStyle/>
          <a:p>
            <a:pPr lvl="0"/>
            <a:r>
              <a:rPr lang="en-GB" dirty="0"/>
              <a:t> </a:t>
            </a:r>
          </a:p>
        </p:txBody>
      </p:sp>
      <p:sp>
        <p:nvSpPr>
          <p:cNvPr id="56" name="Freeform: Shape 55">
            <a:extLst>
              <a:ext uri="{FF2B5EF4-FFF2-40B4-BE49-F238E27FC236}">
                <a16:creationId xmlns:a16="http://schemas.microsoft.com/office/drawing/2014/main" id="{EEC881AF-DCF0-7941-0158-3D0F377A3DC8}"/>
              </a:ext>
            </a:extLst>
          </p:cNvPr>
          <p:cNvSpPr/>
          <p:nvPr userDrawn="1"/>
        </p:nvSpPr>
        <p:spPr>
          <a:xfrm flipV="1">
            <a:off x="9307965" y="4766932"/>
            <a:ext cx="2920611" cy="2127645"/>
          </a:xfrm>
          <a:custGeom>
            <a:avLst/>
            <a:gdLst>
              <a:gd name="csX0" fmla="*/ 468283 w 2920611"/>
              <a:gd name="csY0" fmla="*/ 2127645 h 2127645"/>
              <a:gd name="csX1" fmla="*/ 1623474 w 2920611"/>
              <a:gd name="csY1" fmla="*/ 1876541 h 2127645"/>
              <a:gd name="csX2" fmla="*/ 1831710 w 2920611"/>
              <a:gd name="csY2" fmla="*/ 1767345 h 2127645"/>
              <a:gd name="csX3" fmla="*/ 2224339 w 2920611"/>
              <a:gd name="csY3" fmla="*/ 1488018 h 2127645"/>
              <a:gd name="csX4" fmla="*/ 2318154 w 2920611"/>
              <a:gd name="csY4" fmla="*/ 1408765 h 2127645"/>
              <a:gd name="csX5" fmla="*/ 2411985 w 2920611"/>
              <a:gd name="csY5" fmla="*/ 1488018 h 2127645"/>
              <a:gd name="csX6" fmla="*/ 2804615 w 2920611"/>
              <a:gd name="csY6" fmla="*/ 1767345 h 2127645"/>
              <a:gd name="csX7" fmla="*/ 2920611 w 2920611"/>
              <a:gd name="csY7" fmla="*/ 1828172 h 2127645"/>
              <a:gd name="csX8" fmla="*/ 2920611 w 2920611"/>
              <a:gd name="csY8" fmla="*/ 0 h 2127645"/>
              <a:gd name="csX9" fmla="*/ 0 w 2920611"/>
              <a:gd name="csY9" fmla="*/ 0 h 2127645"/>
              <a:gd name="csX10" fmla="*/ 0 w 2920611"/>
              <a:gd name="csY10" fmla="*/ 2093492 h 2127645"/>
              <a:gd name="csX11" fmla="*/ 468283 w 2920611"/>
              <a:gd name="csY11" fmla="*/ 2127645 h 21276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920611" h="2127645">
                <a:moveTo>
                  <a:pt x="468283" y="2127645"/>
                </a:moveTo>
                <a:cubicBezTo>
                  <a:pt x="886701" y="2126972"/>
                  <a:pt x="1271465" y="2043094"/>
                  <a:pt x="1623474" y="1876541"/>
                </a:cubicBezTo>
                <a:cubicBezTo>
                  <a:pt x="1693865" y="1843357"/>
                  <a:pt x="1763124" y="1807754"/>
                  <a:pt x="1831710" y="1767345"/>
                </a:cubicBezTo>
                <a:cubicBezTo>
                  <a:pt x="1967616" y="1687103"/>
                  <a:pt x="2098251" y="1593905"/>
                  <a:pt x="2224339" y="1488018"/>
                </a:cubicBezTo>
                <a:lnTo>
                  <a:pt x="2318154" y="1408765"/>
                </a:lnTo>
                <a:lnTo>
                  <a:pt x="2411985" y="1488018"/>
                </a:lnTo>
                <a:cubicBezTo>
                  <a:pt x="2538073" y="1593905"/>
                  <a:pt x="2668709" y="1687103"/>
                  <a:pt x="2804615" y="1767345"/>
                </a:cubicBezTo>
                <a:lnTo>
                  <a:pt x="2920611" y="1828172"/>
                </a:lnTo>
                <a:lnTo>
                  <a:pt x="2920611" y="0"/>
                </a:lnTo>
                <a:lnTo>
                  <a:pt x="0" y="0"/>
                </a:lnTo>
                <a:lnTo>
                  <a:pt x="0" y="2093492"/>
                </a:lnTo>
                <a:cubicBezTo>
                  <a:pt x="160621" y="2115217"/>
                  <a:pt x="316961" y="2127645"/>
                  <a:pt x="468283" y="2127645"/>
                </a:cubicBezTo>
                <a:close/>
              </a:path>
            </a:pathLst>
          </a:custGeom>
          <a:noFill/>
          <a:ln w="12700" cap="flat">
            <a:solidFill>
              <a:srgbClr val="FFFFFF"/>
            </a:solidFill>
            <a:prstDash val="solid"/>
            <a:miter/>
          </a:ln>
        </p:spPr>
        <p:txBody>
          <a:bodyPr wrap="square">
            <a:noAutofit/>
          </a:bodyPr>
          <a:lstStyle/>
          <a:p>
            <a:endParaRPr lang="en-GB"/>
          </a:p>
        </p:txBody>
      </p:sp>
      <p:grpSp>
        <p:nvGrpSpPr>
          <p:cNvPr id="11" name="Group 10">
            <a:extLst>
              <a:ext uri="{FF2B5EF4-FFF2-40B4-BE49-F238E27FC236}">
                <a16:creationId xmlns:a16="http://schemas.microsoft.com/office/drawing/2014/main" id="{F2AA3924-30B7-A871-1905-51FB2D57DF94}"/>
              </a:ext>
            </a:extLst>
          </p:cNvPr>
          <p:cNvGrpSpPr/>
          <p:nvPr userDrawn="1"/>
        </p:nvGrpSpPr>
        <p:grpSpPr bwMode="gray">
          <a:xfrm>
            <a:off x="12479795" y="4620677"/>
            <a:ext cx="2173145" cy="2237323"/>
            <a:chOff x="287524" y="320055"/>
            <a:chExt cx="2173145" cy="2237323"/>
          </a:xfrm>
        </p:grpSpPr>
        <p:sp>
          <p:nvSpPr>
            <p:cNvPr id="50" name="TextBox 49">
              <a:extLst>
                <a:ext uri="{FF2B5EF4-FFF2-40B4-BE49-F238E27FC236}">
                  <a16:creationId xmlns:a16="http://schemas.microsoft.com/office/drawing/2014/main" id="{1B5250F8-119A-680D-6D34-29B3FDC32043}"/>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51" name="Group 50">
              <a:extLst>
                <a:ext uri="{FF2B5EF4-FFF2-40B4-BE49-F238E27FC236}">
                  <a16:creationId xmlns:a16="http://schemas.microsoft.com/office/drawing/2014/main" id="{378F16C4-7CF8-0597-4D64-837404645994}"/>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4" name="Oval 9">
                <a:extLst>
                  <a:ext uri="{FF2B5EF4-FFF2-40B4-BE49-F238E27FC236}">
                    <a16:creationId xmlns:a16="http://schemas.microsoft.com/office/drawing/2014/main" id="{F5A70EA5-F39F-D366-59C2-7DB58731A2A5}"/>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55" name="Freeform 10">
                <a:extLst>
                  <a:ext uri="{FF2B5EF4-FFF2-40B4-BE49-F238E27FC236}">
                    <a16:creationId xmlns:a16="http://schemas.microsoft.com/office/drawing/2014/main" id="{8AD39F70-162D-1101-FBB4-B024E7EF692C}"/>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2" name="Donut 24">
              <a:extLst>
                <a:ext uri="{FF2B5EF4-FFF2-40B4-BE49-F238E27FC236}">
                  <a16:creationId xmlns:a16="http://schemas.microsoft.com/office/drawing/2014/main" id="{54A13A7A-D7F5-298F-2657-F10C99813BD8}"/>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3" name="Freeform 7">
              <a:extLst>
                <a:ext uri="{FF2B5EF4-FFF2-40B4-BE49-F238E27FC236}">
                  <a16:creationId xmlns:a16="http://schemas.microsoft.com/office/drawing/2014/main" id="{3BCF14F5-7D0D-0D4F-1244-E8CBB57D7AE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555958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x content half width">
    <p:bg bwMode="gray">
      <p:bgPr>
        <a:gradFill>
          <a:gsLst>
            <a:gs pos="0">
              <a:srgbClr val="C1004A"/>
            </a:gs>
            <a:gs pos="100000">
              <a:srgbClr val="C74A8D"/>
            </a:gs>
          </a:gsLst>
          <a:lin ang="18900000" scaled="1"/>
        </a:gradFill>
        <a:effectLst/>
      </p:bgPr>
    </p:bg>
    <p:spTree>
      <p:nvGrpSpPr>
        <p:cNvPr id="1" name=""/>
        <p:cNvGrpSpPr/>
        <p:nvPr/>
      </p:nvGrpSpPr>
      <p:grpSpPr>
        <a:xfrm>
          <a:off x="0" y="0"/>
          <a:ext cx="0" cy="0"/>
          <a:chOff x="0" y="0"/>
          <a:chExt cx="0" cy="0"/>
        </a:xfrm>
      </p:grpSpPr>
      <p:sp>
        <p:nvSpPr>
          <p:cNvPr id="69" name="Picture Placeholder 68">
            <a:extLst>
              <a:ext uri="{FF2B5EF4-FFF2-40B4-BE49-F238E27FC236}">
                <a16:creationId xmlns:a16="http://schemas.microsoft.com/office/drawing/2014/main" id="{AEDF632E-F169-353B-3F24-0469E59853F2}"/>
              </a:ext>
            </a:extLst>
          </p:cNvPr>
          <p:cNvSpPr>
            <a:spLocks noGrp="1"/>
          </p:cNvSpPr>
          <p:nvPr>
            <p:ph type="pic" sz="quarter" idx="17" hasCustomPrompt="1"/>
          </p:nvPr>
        </p:nvSpPr>
        <p:spPr bwMode="gray">
          <a:xfrm>
            <a:off x="-37707" y="42255"/>
            <a:ext cx="6136351" cy="6905299"/>
          </a:xfrm>
          <a:custGeom>
            <a:avLst/>
            <a:gdLst>
              <a:gd name="csX0" fmla="*/ 5298716 w 6136351"/>
              <a:gd name="csY0" fmla="*/ 0 h 6905299"/>
              <a:gd name="csX1" fmla="*/ 6136351 w 6136351"/>
              <a:gd name="csY1" fmla="*/ 61093 h 6905299"/>
              <a:gd name="csX2" fmla="*/ 6136351 w 6136351"/>
              <a:gd name="csY2" fmla="*/ 5509350 h 6905299"/>
              <a:gd name="csX3" fmla="*/ 2505684 w 6136351"/>
              <a:gd name="csY3" fmla="*/ 6758354 h 6905299"/>
              <a:gd name="csX4" fmla="*/ 2311405 w 6136351"/>
              <a:gd name="csY4" fmla="*/ 6905299 h 6905299"/>
              <a:gd name="csX5" fmla="*/ 1667880 w 6136351"/>
              <a:gd name="csY5" fmla="*/ 6905299 h 6905299"/>
              <a:gd name="csX6" fmla="*/ 1537914 w 6136351"/>
              <a:gd name="csY6" fmla="*/ 6805520 h 6905299"/>
              <a:gd name="csX7" fmla="*/ 188370 w 6136351"/>
              <a:gd name="csY7" fmla="*/ 6012546 h 6905299"/>
              <a:gd name="csX8" fmla="*/ 0 w 6136351"/>
              <a:gd name="csY8" fmla="*/ 5934838 h 6905299"/>
              <a:gd name="csX9" fmla="*/ 0 w 6136351"/>
              <a:gd name="csY9" fmla="*/ 173030 h 6905299"/>
              <a:gd name="csX10" fmla="*/ 13819 w 6136351"/>
              <a:gd name="csY10" fmla="*/ 176445 h 6905299"/>
              <a:gd name="csX11" fmla="*/ 747003 w 6136351"/>
              <a:gd name="csY11" fmla="*/ 449175 h 6905299"/>
              <a:gd name="csX12" fmla="*/ 1119494 w 6136351"/>
              <a:gd name="csY12" fmla="*/ 644505 h 6905299"/>
              <a:gd name="csX13" fmla="*/ 1821828 w 6136351"/>
              <a:gd name="csY13" fmla="*/ 1144164 h 6905299"/>
              <a:gd name="csX14" fmla="*/ 1989643 w 6136351"/>
              <a:gd name="csY14" fmla="*/ 1285931 h 6905299"/>
              <a:gd name="csX15" fmla="*/ 2157488 w 6136351"/>
              <a:gd name="csY15" fmla="*/ 1144164 h 6905299"/>
              <a:gd name="csX16" fmla="*/ 2859823 w 6136351"/>
              <a:gd name="csY16" fmla="*/ 644505 h 6905299"/>
              <a:gd name="csX17" fmla="*/ 3232314 w 6136351"/>
              <a:gd name="csY17" fmla="*/ 449175 h 6905299"/>
              <a:gd name="csX18" fmla="*/ 5298716 w 6136351"/>
              <a:gd name="csY18" fmla="*/ 0 h 6905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136351" h="6905299">
                <a:moveTo>
                  <a:pt x="5298716" y="0"/>
                </a:moveTo>
                <a:cubicBezTo>
                  <a:pt x="5569401" y="0"/>
                  <a:pt x="5849056" y="22233"/>
                  <a:pt x="6136351" y="61093"/>
                </a:cubicBezTo>
                <a:lnTo>
                  <a:pt x="6136351" y="5509350"/>
                </a:lnTo>
                <a:cubicBezTo>
                  <a:pt x="4898300" y="5526121"/>
                  <a:pt x="3705599" y="5887066"/>
                  <a:pt x="2505684" y="6758354"/>
                </a:cubicBezTo>
                <a:lnTo>
                  <a:pt x="2311405" y="6905299"/>
                </a:lnTo>
                <a:lnTo>
                  <a:pt x="1667880" y="6905299"/>
                </a:lnTo>
                <a:lnTo>
                  <a:pt x="1537914" y="6805520"/>
                </a:lnTo>
                <a:cubicBezTo>
                  <a:pt x="1087845" y="6471932"/>
                  <a:pt x="638921" y="6210528"/>
                  <a:pt x="188370" y="6012546"/>
                </a:cubicBezTo>
                <a:lnTo>
                  <a:pt x="0" y="5934838"/>
                </a:lnTo>
                <a:lnTo>
                  <a:pt x="0" y="173030"/>
                </a:lnTo>
                <a:lnTo>
                  <a:pt x="13819" y="176445"/>
                </a:lnTo>
                <a:cubicBezTo>
                  <a:pt x="266509" y="246525"/>
                  <a:pt x="510876" y="337452"/>
                  <a:pt x="747003" y="449175"/>
                </a:cubicBezTo>
                <a:cubicBezTo>
                  <a:pt x="872919" y="508535"/>
                  <a:pt x="996807" y="572220"/>
                  <a:pt x="1119494" y="644505"/>
                </a:cubicBezTo>
                <a:cubicBezTo>
                  <a:pt x="1362603" y="788041"/>
                  <a:pt x="1596281" y="954753"/>
                  <a:pt x="1821828" y="1144164"/>
                </a:cubicBezTo>
                <a:lnTo>
                  <a:pt x="1989643" y="1285931"/>
                </a:lnTo>
                <a:lnTo>
                  <a:pt x="2157488" y="1144164"/>
                </a:lnTo>
                <a:cubicBezTo>
                  <a:pt x="2383032" y="954753"/>
                  <a:pt x="2616713" y="788041"/>
                  <a:pt x="2859823" y="644505"/>
                </a:cubicBezTo>
                <a:cubicBezTo>
                  <a:pt x="2982506" y="572220"/>
                  <a:pt x="3106396" y="508535"/>
                  <a:pt x="3232314" y="449175"/>
                </a:cubicBezTo>
                <a:cubicBezTo>
                  <a:pt x="3861976" y="151246"/>
                  <a:pt x="4550250" y="1205"/>
                  <a:pt x="5298716" y="0"/>
                </a:cubicBezTo>
                <a:close/>
              </a:path>
            </a:pathLst>
          </a:custGeom>
          <a:noFill/>
        </p:spPr>
        <p:txBody>
          <a:bodyPr wrap="square" lIns="504000" tIns="4032000">
            <a:noAutofit/>
          </a:bodyPr>
          <a:lstStyle>
            <a:lvl1pPr algn="ctr">
              <a:defRPr sz="1050">
                <a:solidFill>
                  <a:schemeClr val="tx1">
                    <a:lumMod val="85000"/>
                  </a:schemeClr>
                </a:solidFill>
              </a:defRPr>
            </a:lvl1pPr>
          </a:lstStyle>
          <a:p>
            <a:pPr marL="0" marR="0" lvl="0" indent="0" algn="l" defTabSz="914400" rtl="0" eaLnBrk="1" fontAlgn="auto" latinLnBrk="0" hangingPunct="1">
              <a:lnSpc>
                <a:spcPct val="90000"/>
              </a:lnSpc>
              <a:spcBef>
                <a:spcPts val="0"/>
              </a:spcBef>
              <a:spcAft>
                <a:spcPts val="1500"/>
              </a:spcAft>
              <a:buClrTx/>
              <a:buSzTx/>
              <a:buFont typeface="Arial" panose="020B0604020202020204" pitchFamily="34" charset="0"/>
              <a:buNone/>
              <a:tabLst/>
              <a:defRPr/>
            </a:pPr>
            <a:r>
              <a:rPr lang="en-GB" dirty="0"/>
              <a:t>Click icon above to add a picture. See user tip to the right on how to position pictures.</a:t>
            </a:r>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6634145" y="703432"/>
            <a:ext cx="5006991"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12514052" y="0"/>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6634146" y="1742400"/>
            <a:ext cx="5006992" cy="3655051"/>
          </a:xfrm>
        </p:spPr>
        <p:txBody>
          <a:bodyPr/>
          <a:lstStyle>
            <a:lvl1pPr>
              <a:defRPr/>
            </a:lvl1pPr>
            <a:lvl5pPr>
              <a:defRPr/>
            </a:lvl5pPr>
            <a:lvl6pPr>
              <a:defRPr/>
            </a:lvl6pPr>
            <a:lvl7pPr marL="684000">
              <a:defRPr/>
            </a:lvl7pPr>
            <a:lvl8pPr>
              <a:defRPr/>
            </a:lvl8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599158" y="5816329"/>
            <a:ext cx="2027641" cy="415825"/>
          </a:xfrm>
          <a:prstGeom prst="rect">
            <a:avLst/>
          </a:prstGeom>
        </p:spPr>
      </p:pic>
      <p:grpSp>
        <p:nvGrpSpPr>
          <p:cNvPr id="54" name="Group 53">
            <a:extLst>
              <a:ext uri="{FF2B5EF4-FFF2-40B4-BE49-F238E27FC236}">
                <a16:creationId xmlns:a16="http://schemas.microsoft.com/office/drawing/2014/main" id="{AA3614C9-411B-AA84-1DAC-2BF27BE4D98F}"/>
              </a:ext>
            </a:extLst>
          </p:cNvPr>
          <p:cNvGrpSpPr/>
          <p:nvPr userDrawn="1"/>
        </p:nvGrpSpPr>
        <p:grpSpPr bwMode="gray">
          <a:xfrm>
            <a:off x="-2277965" y="3514726"/>
            <a:ext cx="1927445" cy="3306847"/>
            <a:chOff x="287522" y="320055"/>
            <a:chExt cx="1927445" cy="3306847"/>
          </a:xfrm>
        </p:grpSpPr>
        <p:sp>
          <p:nvSpPr>
            <p:cNvPr id="55" name="TextBox 54">
              <a:extLst>
                <a:ext uri="{FF2B5EF4-FFF2-40B4-BE49-F238E27FC236}">
                  <a16:creationId xmlns:a16="http://schemas.microsoft.com/office/drawing/2014/main" id="{1F278CF7-762B-641D-288D-2398863A8ED3}"/>
                </a:ext>
              </a:extLst>
            </p:cNvPr>
            <p:cNvSpPr txBox="1"/>
            <p:nvPr/>
          </p:nvSpPr>
          <p:spPr bwMode="gray">
            <a:xfrm>
              <a:off x="287522" y="1010801"/>
              <a:ext cx="1927445" cy="2616101"/>
            </a:xfrm>
            <a:prstGeom prst="rect">
              <a:avLst/>
            </a:prstGeom>
            <a:noFill/>
          </p:spPr>
          <p:txBody>
            <a:bodyPr wrap="square" lIns="0" tIns="0" rIns="0" bIns="0" rtlCol="0">
              <a:spAutoFit/>
            </a:bodyPr>
            <a:lstStyle/>
            <a:p>
              <a:r>
                <a:rPr lang="en-GB" sz="1000" dirty="0">
                  <a:solidFill>
                    <a:srgbClr val="000000"/>
                  </a:solidFill>
                </a:rPr>
                <a:t>If your picture</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a:p>
              <a:endParaRPr lang="en-GB" sz="1000" dirty="0">
                <a:solidFill>
                  <a:srgbClr val="000000"/>
                </a:solidFill>
              </a:endParaRPr>
            </a:p>
            <a:p>
              <a:endParaRPr lang="en-GB" sz="1000" baseline="0" dirty="0">
                <a:solidFill>
                  <a:srgbClr val="000000"/>
                </a:solidFill>
              </a:endParaRPr>
            </a:p>
            <a:p>
              <a:r>
                <a:rPr lang="en-GB" sz="1000" baseline="0" dirty="0">
                  <a:solidFill>
                    <a:srgbClr val="000000"/>
                  </a:solidFill>
                </a:rPr>
                <a:t>Finally…</a:t>
              </a:r>
            </a:p>
            <a:p>
              <a:r>
                <a:rPr lang="en-GB" sz="1000" baseline="0" dirty="0">
                  <a:solidFill>
                    <a:srgbClr val="000000"/>
                  </a:solidFill>
                </a:rPr>
                <a:t>&gt;Right click on picture</a:t>
              </a:r>
            </a:p>
            <a:p>
              <a:r>
                <a:rPr lang="en-GB" sz="1000" baseline="0" dirty="0">
                  <a:solidFill>
                    <a:srgbClr val="000000"/>
                  </a:solidFill>
                </a:rPr>
                <a:t>&gt;Send to Back</a:t>
              </a:r>
            </a:p>
            <a:p>
              <a:r>
                <a:rPr lang="en-GB" sz="1000" baseline="0" dirty="0">
                  <a:solidFill>
                    <a:srgbClr val="000000"/>
                  </a:solidFill>
                </a:rPr>
                <a:t>(this will ensure “Extraordinary every day” still shows)</a:t>
              </a:r>
            </a:p>
          </p:txBody>
        </p:sp>
        <p:grpSp>
          <p:nvGrpSpPr>
            <p:cNvPr id="56" name="Group 55">
              <a:extLst>
                <a:ext uri="{FF2B5EF4-FFF2-40B4-BE49-F238E27FC236}">
                  <a16:creationId xmlns:a16="http://schemas.microsoft.com/office/drawing/2014/main" id="{D6E67A43-FC17-BB7C-CEB1-CB6E6C1D7DB7}"/>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59" name="Oval 9">
                <a:extLst>
                  <a:ext uri="{FF2B5EF4-FFF2-40B4-BE49-F238E27FC236}">
                    <a16:creationId xmlns:a16="http://schemas.microsoft.com/office/drawing/2014/main" id="{E0B9DCF1-DBD0-C322-2580-C4757F0571C1}"/>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60" name="Freeform 10">
                <a:extLst>
                  <a:ext uri="{FF2B5EF4-FFF2-40B4-BE49-F238E27FC236}">
                    <a16:creationId xmlns:a16="http://schemas.microsoft.com/office/drawing/2014/main" id="{EB0EBCA8-4F7B-8D8B-CBB5-19B177762614}"/>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57" name="Donut 24">
              <a:extLst>
                <a:ext uri="{FF2B5EF4-FFF2-40B4-BE49-F238E27FC236}">
                  <a16:creationId xmlns:a16="http://schemas.microsoft.com/office/drawing/2014/main" id="{6B5B8848-0C0E-EE0C-06F1-C94F84341143}"/>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8" name="Freeform 45">
              <a:extLst>
                <a:ext uri="{FF2B5EF4-FFF2-40B4-BE49-F238E27FC236}">
                  <a16:creationId xmlns:a16="http://schemas.microsoft.com/office/drawing/2014/main" id="{0883395B-C0E1-A421-FDE9-2AE410AE3E2B}"/>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61" name="Group 60">
            <a:extLst>
              <a:ext uri="{FF2B5EF4-FFF2-40B4-BE49-F238E27FC236}">
                <a16:creationId xmlns:a16="http://schemas.microsoft.com/office/drawing/2014/main" id="{9FFD3FC6-398F-AE01-A909-601E5E85A5ED}"/>
              </a:ext>
            </a:extLst>
          </p:cNvPr>
          <p:cNvGrpSpPr/>
          <p:nvPr userDrawn="1"/>
        </p:nvGrpSpPr>
        <p:grpSpPr>
          <a:xfrm>
            <a:off x="-2354165" y="0"/>
            <a:ext cx="2136050" cy="2405077"/>
            <a:chOff x="-2894937" y="237108"/>
            <a:chExt cx="2136050" cy="2405077"/>
          </a:xfrm>
        </p:grpSpPr>
        <p:pic>
          <p:nvPicPr>
            <p:cNvPr id="62" name="Graphic 61">
              <a:extLst>
                <a:ext uri="{FF2B5EF4-FFF2-40B4-BE49-F238E27FC236}">
                  <a16:creationId xmlns:a16="http://schemas.microsoft.com/office/drawing/2014/main" id="{B3B1398C-B434-420F-642F-01F35215376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63" name="Group 62">
              <a:extLst>
                <a:ext uri="{FF2B5EF4-FFF2-40B4-BE49-F238E27FC236}">
                  <a16:creationId xmlns:a16="http://schemas.microsoft.com/office/drawing/2014/main" id="{298F4503-A756-2264-4A2C-A5AD82B3C61B}"/>
                </a:ext>
              </a:extLst>
            </p:cNvPr>
            <p:cNvGrpSpPr/>
            <p:nvPr/>
          </p:nvGrpSpPr>
          <p:grpSpPr bwMode="gray">
            <a:xfrm>
              <a:off x="-2788982" y="249901"/>
              <a:ext cx="2030095" cy="2392284"/>
              <a:chOff x="4421268" y="144673"/>
              <a:chExt cx="2030095" cy="2392284"/>
            </a:xfrm>
          </p:grpSpPr>
          <p:sp>
            <p:nvSpPr>
              <p:cNvPr id="64" name="TextBox 63">
                <a:extLst>
                  <a:ext uri="{FF2B5EF4-FFF2-40B4-BE49-F238E27FC236}">
                    <a16:creationId xmlns:a16="http://schemas.microsoft.com/office/drawing/2014/main" id="{F91DF4FB-B077-D028-7C3B-478D4141AE00}"/>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65" name="Group 64">
                <a:extLst>
                  <a:ext uri="{FF2B5EF4-FFF2-40B4-BE49-F238E27FC236}">
                    <a16:creationId xmlns:a16="http://schemas.microsoft.com/office/drawing/2014/main" id="{4036A37A-0AF5-2CF7-C308-DAC11BFD4E8D}"/>
                  </a:ext>
                </a:extLst>
              </p:cNvPr>
              <p:cNvGrpSpPr/>
              <p:nvPr/>
            </p:nvGrpSpPr>
            <p:grpSpPr bwMode="gray">
              <a:xfrm>
                <a:off x="4421269" y="144673"/>
                <a:ext cx="551687" cy="608260"/>
                <a:chOff x="2300506" y="500723"/>
                <a:chExt cx="551687" cy="608260"/>
              </a:xfrm>
            </p:grpSpPr>
            <p:sp>
              <p:nvSpPr>
                <p:cNvPr id="66" name="Donut 24">
                  <a:extLst>
                    <a:ext uri="{FF2B5EF4-FFF2-40B4-BE49-F238E27FC236}">
                      <a16:creationId xmlns:a16="http://schemas.microsoft.com/office/drawing/2014/main" id="{CBEF92C6-6BDA-CE14-0136-A0163BA5E69A}"/>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7" name="Freeform 5">
                  <a:extLst>
                    <a:ext uri="{FF2B5EF4-FFF2-40B4-BE49-F238E27FC236}">
                      <a16:creationId xmlns:a16="http://schemas.microsoft.com/office/drawing/2014/main" id="{701257EF-6D25-D3FB-71F7-9412093B827A}"/>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7" name="Text Placeholder 48">
            <a:extLst>
              <a:ext uri="{FF2B5EF4-FFF2-40B4-BE49-F238E27FC236}">
                <a16:creationId xmlns:a16="http://schemas.microsoft.com/office/drawing/2014/main" id="{A0694C51-E7EA-A706-214D-1408B43A4ADA}"/>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6" name="Group 5">
            <a:extLst>
              <a:ext uri="{FF2B5EF4-FFF2-40B4-BE49-F238E27FC236}">
                <a16:creationId xmlns:a16="http://schemas.microsoft.com/office/drawing/2014/main" id="{D5812807-69A1-EA58-2C8C-6BC06E6671B9}"/>
              </a:ext>
            </a:extLst>
          </p:cNvPr>
          <p:cNvGrpSpPr/>
          <p:nvPr userDrawn="1"/>
        </p:nvGrpSpPr>
        <p:grpSpPr>
          <a:xfrm>
            <a:off x="12479795" y="4713010"/>
            <a:ext cx="2604261" cy="2144990"/>
            <a:chOff x="12479795" y="4620677"/>
            <a:chExt cx="2604261" cy="2144990"/>
          </a:xfrm>
        </p:grpSpPr>
        <p:grpSp>
          <p:nvGrpSpPr>
            <p:cNvPr id="8" name="Group 7">
              <a:extLst>
                <a:ext uri="{FF2B5EF4-FFF2-40B4-BE49-F238E27FC236}">
                  <a16:creationId xmlns:a16="http://schemas.microsoft.com/office/drawing/2014/main" id="{5F0C772D-68ED-F6BC-7481-830A65ACCF35}"/>
                </a:ext>
              </a:extLst>
            </p:cNvPr>
            <p:cNvGrpSpPr/>
            <p:nvPr userDrawn="1"/>
          </p:nvGrpSpPr>
          <p:grpSpPr bwMode="gray">
            <a:xfrm>
              <a:off x="12479795" y="4620677"/>
              <a:ext cx="2604261" cy="2144990"/>
              <a:chOff x="287524" y="320055"/>
              <a:chExt cx="2604261" cy="2144990"/>
            </a:xfrm>
          </p:grpSpPr>
          <p:sp>
            <p:nvSpPr>
              <p:cNvPr id="10" name="TextBox 9">
                <a:extLst>
                  <a:ext uri="{FF2B5EF4-FFF2-40B4-BE49-F238E27FC236}">
                    <a16:creationId xmlns:a16="http://schemas.microsoft.com/office/drawing/2014/main" id="{995A6AB3-8F68-DEDE-AAB7-FCEBC42CEE50}"/>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1" name="Donut 24">
                <a:extLst>
                  <a:ext uri="{FF2B5EF4-FFF2-40B4-BE49-F238E27FC236}">
                    <a16:creationId xmlns:a16="http://schemas.microsoft.com/office/drawing/2014/main" id="{5660E9C0-F027-61DE-5962-48C9B1FBDD8D}"/>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Freeform 7">
                <a:extLst>
                  <a:ext uri="{FF2B5EF4-FFF2-40B4-BE49-F238E27FC236}">
                    <a16:creationId xmlns:a16="http://schemas.microsoft.com/office/drawing/2014/main" id="{13670831-070E-43A4-1CF5-37BAFF46BC42}"/>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9" name="Rectangle 8">
              <a:extLst>
                <a:ext uri="{FF2B5EF4-FFF2-40B4-BE49-F238E27FC236}">
                  <a16:creationId xmlns:a16="http://schemas.microsoft.com/office/drawing/2014/main" id="{84CF1C43-29BE-8DA5-9809-1B4D73B42158}"/>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Tree>
    <p:extLst>
      <p:ext uri="{BB962C8B-B14F-4D97-AF65-F5344CB8AC3E}">
        <p14:creationId xmlns:p14="http://schemas.microsoft.com/office/powerpoint/2010/main" val="67330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x content + 2x pictures">
    <p:bg bwMode="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1" y="703432"/>
            <a:ext cx="3742002"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3742002"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Text Placeholder 48">
            <a:extLst>
              <a:ext uri="{FF2B5EF4-FFF2-40B4-BE49-F238E27FC236}">
                <a16:creationId xmlns:a16="http://schemas.microsoft.com/office/drawing/2014/main" id="{17581443-982E-7A10-C375-67A47B1FBEF6}"/>
              </a:ext>
            </a:extLst>
          </p:cNvPr>
          <p:cNvSpPr>
            <a:spLocks noGrp="1"/>
          </p:cNvSpPr>
          <p:nvPr>
            <p:ph type="body" sz="quarter" idx="18" hasCustomPrompt="1"/>
          </p:nvPr>
        </p:nvSpPr>
        <p:spPr>
          <a:xfrm>
            <a:off x="421200" y="5709931"/>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sp>
        <p:nvSpPr>
          <p:cNvPr id="58" name="Picture Placeholder 57">
            <a:extLst>
              <a:ext uri="{FF2B5EF4-FFF2-40B4-BE49-F238E27FC236}">
                <a16:creationId xmlns:a16="http://schemas.microsoft.com/office/drawing/2014/main" id="{66C207F9-507B-4A5B-075E-AF1AFD32DEF9}"/>
              </a:ext>
            </a:extLst>
          </p:cNvPr>
          <p:cNvSpPr>
            <a:spLocks noGrp="1"/>
          </p:cNvSpPr>
          <p:nvPr>
            <p:ph type="pic" sz="quarter" idx="21" hasCustomPrompt="1"/>
          </p:nvPr>
        </p:nvSpPr>
        <p:spPr bwMode="gray">
          <a:xfrm>
            <a:off x="8736411" y="-37265"/>
            <a:ext cx="3455385" cy="6189041"/>
          </a:xfrm>
          <a:custGeom>
            <a:avLst/>
            <a:gdLst>
              <a:gd name="csX0" fmla="*/ 984661 w 3455385"/>
              <a:gd name="csY0" fmla="*/ 0 h 6189041"/>
              <a:gd name="csX1" fmla="*/ 3455385 w 3455385"/>
              <a:gd name="csY1" fmla="*/ 0 h 6189041"/>
              <a:gd name="csX2" fmla="*/ 3455385 w 3455385"/>
              <a:gd name="csY2" fmla="*/ 4664014 h 6189041"/>
              <a:gd name="csX3" fmla="*/ 3385319 w 3455385"/>
              <a:gd name="csY3" fmla="*/ 4669288 h 6189041"/>
              <a:gd name="csX4" fmla="*/ 2907 w 3455385"/>
              <a:gd name="csY4" fmla="*/ 6189041 h 6189041"/>
              <a:gd name="csX5" fmla="*/ 1788 w 3455385"/>
              <a:gd name="csY5" fmla="*/ 6189041 h 6189041"/>
              <a:gd name="csX6" fmla="*/ 688 w 3455385"/>
              <a:gd name="csY6" fmla="*/ 6189041 h 6189041"/>
              <a:gd name="csX7" fmla="*/ 0 w 3455385"/>
              <a:gd name="csY7" fmla="*/ 6188478 h 6189041"/>
              <a:gd name="csX8" fmla="*/ 0 w 3455385"/>
              <a:gd name="csY8" fmla="*/ 691994 h 6189041"/>
              <a:gd name="csX9" fmla="*/ 1788 w 3455385"/>
              <a:gd name="csY9" fmla="*/ 693504 h 6189041"/>
              <a:gd name="csX10" fmla="*/ 158724 w 3455385"/>
              <a:gd name="csY10" fmla="*/ 560950 h 6189041"/>
              <a:gd name="csX11" fmla="*/ 815408 w 3455385"/>
              <a:gd name="csY11" fmla="*/ 93767 h 61890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55385" h="6189041">
                <a:moveTo>
                  <a:pt x="984661" y="0"/>
                </a:moveTo>
                <a:lnTo>
                  <a:pt x="3455385" y="0"/>
                </a:lnTo>
                <a:lnTo>
                  <a:pt x="3455385" y="4664014"/>
                </a:lnTo>
                <a:lnTo>
                  <a:pt x="3385319" y="4669288"/>
                </a:lnTo>
                <a:cubicBezTo>
                  <a:pt x="2238851" y="4780082"/>
                  <a:pt x="1127762" y="5234878"/>
                  <a:pt x="2907" y="6189041"/>
                </a:cubicBezTo>
                <a:lnTo>
                  <a:pt x="1788" y="6189041"/>
                </a:lnTo>
                <a:lnTo>
                  <a:pt x="688" y="6189041"/>
                </a:lnTo>
                <a:lnTo>
                  <a:pt x="0" y="6188478"/>
                </a:lnTo>
                <a:lnTo>
                  <a:pt x="0" y="691994"/>
                </a:lnTo>
                <a:lnTo>
                  <a:pt x="1788" y="693504"/>
                </a:lnTo>
                <a:lnTo>
                  <a:pt x="158724" y="560950"/>
                </a:lnTo>
                <a:cubicBezTo>
                  <a:pt x="369610" y="383853"/>
                  <a:pt x="588101" y="227974"/>
                  <a:pt x="815408" y="93767"/>
                </a:cubicBezTo>
                <a:close/>
              </a:path>
            </a:pathLst>
          </a:custGeom>
        </p:spPr>
        <p:txBody>
          <a:bodyPr wrap="square" lIns="360000" tIns="1044000" rIns="360000" anchor="ctr">
            <a:noAutofit/>
          </a:bodyPr>
          <a:lstStyle>
            <a:lvl1pPr algn="ctr">
              <a:defRPr sz="1050"/>
            </a:lvl1pPr>
          </a:lstStyle>
          <a:p>
            <a:r>
              <a:rPr lang="en-GB" dirty="0"/>
              <a:t>Click icon above to add a picture. See user tip to the right on how to position pictures</a:t>
            </a:r>
          </a:p>
        </p:txBody>
      </p:sp>
      <p:sp>
        <p:nvSpPr>
          <p:cNvPr id="64" name="Picture Placeholder 63">
            <a:extLst>
              <a:ext uri="{FF2B5EF4-FFF2-40B4-BE49-F238E27FC236}">
                <a16:creationId xmlns:a16="http://schemas.microsoft.com/office/drawing/2014/main" id="{F7C39E89-B770-B498-91E2-D60FBEAC841A}"/>
              </a:ext>
            </a:extLst>
          </p:cNvPr>
          <p:cNvSpPr>
            <a:spLocks noGrp="1"/>
          </p:cNvSpPr>
          <p:nvPr>
            <p:ph type="pic" sz="quarter" idx="22" hasCustomPrompt="1"/>
          </p:nvPr>
        </p:nvSpPr>
        <p:spPr bwMode="gray">
          <a:xfrm>
            <a:off x="4884469" y="-23246"/>
            <a:ext cx="3858932" cy="6175022"/>
          </a:xfrm>
          <a:custGeom>
            <a:avLst/>
            <a:gdLst>
              <a:gd name="csX0" fmla="*/ 0 w 3858932"/>
              <a:gd name="csY0" fmla="*/ 0 h 6175022"/>
              <a:gd name="csX1" fmla="*/ 2894336 w 3858932"/>
              <a:gd name="csY1" fmla="*/ 0 h 6175022"/>
              <a:gd name="csX2" fmla="*/ 3063589 w 3858932"/>
              <a:gd name="csY2" fmla="*/ 93767 h 6175022"/>
              <a:gd name="csX3" fmla="*/ 3720273 w 3858932"/>
              <a:gd name="csY3" fmla="*/ 560950 h 6175022"/>
              <a:gd name="csX4" fmla="*/ 3858932 w 3858932"/>
              <a:gd name="csY4" fmla="*/ 678088 h 6175022"/>
              <a:gd name="csX5" fmla="*/ 3858932 w 3858932"/>
              <a:gd name="csY5" fmla="*/ 6175022 h 6175022"/>
              <a:gd name="csX6" fmla="*/ 3635235 w 3858932"/>
              <a:gd name="csY6" fmla="*/ 5992164 h 6175022"/>
              <a:gd name="csX7" fmla="*/ 0 w 3858932"/>
              <a:gd name="csY7" fmla="*/ 4642413 h 61750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58932" h="6175022">
                <a:moveTo>
                  <a:pt x="0" y="0"/>
                </a:moveTo>
                <a:lnTo>
                  <a:pt x="2894336" y="0"/>
                </a:lnTo>
                <a:lnTo>
                  <a:pt x="3063589" y="93767"/>
                </a:lnTo>
                <a:cubicBezTo>
                  <a:pt x="3290897" y="227974"/>
                  <a:pt x="3509387" y="383853"/>
                  <a:pt x="3720273" y="560950"/>
                </a:cubicBezTo>
                <a:lnTo>
                  <a:pt x="3858932" y="678088"/>
                </a:lnTo>
                <a:lnTo>
                  <a:pt x="3858932" y="6175022"/>
                </a:lnTo>
                <a:lnTo>
                  <a:pt x="3635235" y="5992164"/>
                </a:lnTo>
                <a:cubicBezTo>
                  <a:pt x="2431879" y="5045431"/>
                  <a:pt x="1240289" y="4659212"/>
                  <a:pt x="0" y="4642413"/>
                </a:cubicBezTo>
                <a:close/>
              </a:path>
            </a:pathLst>
          </a:custGeom>
        </p:spPr>
        <p:txBody>
          <a:bodyPr wrap="square" lIns="360000" tIns="1044000" rIns="360000" anchor="ctr">
            <a:noAutofit/>
          </a:bodyPr>
          <a:lstStyle>
            <a:lvl1pPr algn="ctr">
              <a:defRPr sz="1050"/>
            </a:lvl1pPr>
          </a:lstStyle>
          <a:p>
            <a:r>
              <a:rPr lang="en-GB" dirty="0"/>
              <a:t>Click icon above to add a picture. See user tip to the right on how to position pictures</a:t>
            </a:r>
          </a:p>
        </p:txBody>
      </p:sp>
      <p:grpSp>
        <p:nvGrpSpPr>
          <p:cNvPr id="65" name="Group 64">
            <a:extLst>
              <a:ext uri="{FF2B5EF4-FFF2-40B4-BE49-F238E27FC236}">
                <a16:creationId xmlns:a16="http://schemas.microsoft.com/office/drawing/2014/main" id="{6F0A8157-8C75-F741-94E5-271342CCA291}"/>
              </a:ext>
            </a:extLst>
          </p:cNvPr>
          <p:cNvGrpSpPr/>
          <p:nvPr userDrawn="1"/>
        </p:nvGrpSpPr>
        <p:grpSpPr>
          <a:xfrm>
            <a:off x="12479795" y="4713010"/>
            <a:ext cx="2604261" cy="2144990"/>
            <a:chOff x="12479795" y="4620677"/>
            <a:chExt cx="2604261" cy="2144990"/>
          </a:xfrm>
        </p:grpSpPr>
        <p:grpSp>
          <p:nvGrpSpPr>
            <p:cNvPr id="66" name="Group 65">
              <a:extLst>
                <a:ext uri="{FF2B5EF4-FFF2-40B4-BE49-F238E27FC236}">
                  <a16:creationId xmlns:a16="http://schemas.microsoft.com/office/drawing/2014/main" id="{178B2291-383D-58FE-3256-28235F37652B}"/>
                </a:ext>
              </a:extLst>
            </p:cNvPr>
            <p:cNvGrpSpPr/>
            <p:nvPr userDrawn="1"/>
          </p:nvGrpSpPr>
          <p:grpSpPr bwMode="gray">
            <a:xfrm>
              <a:off x="12479795" y="4620677"/>
              <a:ext cx="2604261" cy="2144990"/>
              <a:chOff x="287524" y="320055"/>
              <a:chExt cx="2604261" cy="2144990"/>
            </a:xfrm>
          </p:grpSpPr>
          <p:sp>
            <p:nvSpPr>
              <p:cNvPr id="68" name="TextBox 67">
                <a:extLst>
                  <a:ext uri="{FF2B5EF4-FFF2-40B4-BE49-F238E27FC236}">
                    <a16:creationId xmlns:a16="http://schemas.microsoft.com/office/drawing/2014/main" id="{B1A7FD69-47B5-85EA-C4B2-FEFFD6F4ADCD}"/>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69" name="Donut 24">
                <a:extLst>
                  <a:ext uri="{FF2B5EF4-FFF2-40B4-BE49-F238E27FC236}">
                    <a16:creationId xmlns:a16="http://schemas.microsoft.com/office/drawing/2014/main" id="{1DE1B777-2E09-3A03-3A44-FF27D0B2115E}"/>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0" name="Freeform 7">
                <a:extLst>
                  <a:ext uri="{FF2B5EF4-FFF2-40B4-BE49-F238E27FC236}">
                    <a16:creationId xmlns:a16="http://schemas.microsoft.com/office/drawing/2014/main" id="{01669EFD-370C-B3AE-2EC1-E5B5C99A91A4}"/>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67" name="Rectangle 66">
              <a:extLst>
                <a:ext uri="{FF2B5EF4-FFF2-40B4-BE49-F238E27FC236}">
                  <a16:creationId xmlns:a16="http://schemas.microsoft.com/office/drawing/2014/main" id="{E73CC5D8-DED0-10D3-39EE-DCDA752396C6}"/>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grpSp>
        <p:nvGrpSpPr>
          <p:cNvPr id="71" name="Group 70">
            <a:extLst>
              <a:ext uri="{FF2B5EF4-FFF2-40B4-BE49-F238E27FC236}">
                <a16:creationId xmlns:a16="http://schemas.microsoft.com/office/drawing/2014/main" id="{863E448B-44C6-887E-931B-E67859F120EB}"/>
              </a:ext>
            </a:extLst>
          </p:cNvPr>
          <p:cNvGrpSpPr/>
          <p:nvPr userDrawn="1"/>
        </p:nvGrpSpPr>
        <p:grpSpPr bwMode="gray">
          <a:xfrm>
            <a:off x="12500380" y="0"/>
            <a:ext cx="2855330" cy="1767964"/>
            <a:chOff x="287522" y="320055"/>
            <a:chExt cx="2855330" cy="1767964"/>
          </a:xfrm>
        </p:grpSpPr>
        <p:sp>
          <p:nvSpPr>
            <p:cNvPr id="72" name="TextBox 71">
              <a:extLst>
                <a:ext uri="{FF2B5EF4-FFF2-40B4-BE49-F238E27FC236}">
                  <a16:creationId xmlns:a16="http://schemas.microsoft.com/office/drawing/2014/main" id="{9834381D-5CC8-CD31-1425-1B21AD0E8FCE}"/>
                </a:ext>
              </a:extLst>
            </p:cNvPr>
            <p:cNvSpPr txBox="1"/>
            <p:nvPr/>
          </p:nvSpPr>
          <p:spPr bwMode="gray">
            <a:xfrm>
              <a:off x="287522" y="1010801"/>
              <a:ext cx="2855330" cy="1077218"/>
            </a:xfrm>
            <a:prstGeom prst="rect">
              <a:avLst/>
            </a:prstGeom>
            <a:noFill/>
          </p:spPr>
          <p:txBody>
            <a:bodyPr wrap="square" lIns="0" tIns="0" rIns="0" bIns="0" rtlCol="0">
              <a:spAutoFit/>
            </a:bodyPr>
            <a:lstStyle/>
            <a:p>
              <a:r>
                <a:rPr lang="en-GB" sz="1000" dirty="0">
                  <a:solidFill>
                    <a:srgbClr val="000000"/>
                  </a:solidFill>
                </a:rPr>
                <a:t>If your picture(s)</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p:txBody>
        </p:sp>
        <p:grpSp>
          <p:nvGrpSpPr>
            <p:cNvPr id="73" name="Group 72">
              <a:extLst>
                <a:ext uri="{FF2B5EF4-FFF2-40B4-BE49-F238E27FC236}">
                  <a16:creationId xmlns:a16="http://schemas.microsoft.com/office/drawing/2014/main" id="{DCBE01E8-4051-AF90-1F57-778741A02706}"/>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76" name="Oval 9">
                <a:extLst>
                  <a:ext uri="{FF2B5EF4-FFF2-40B4-BE49-F238E27FC236}">
                    <a16:creationId xmlns:a16="http://schemas.microsoft.com/office/drawing/2014/main" id="{1D38A055-B19E-DD27-B4BE-A656FA07733E}"/>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77" name="Freeform 10">
                <a:extLst>
                  <a:ext uri="{FF2B5EF4-FFF2-40B4-BE49-F238E27FC236}">
                    <a16:creationId xmlns:a16="http://schemas.microsoft.com/office/drawing/2014/main" id="{3F53D899-517B-C038-A161-49E20C0BCCB5}"/>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74" name="Donut 24">
              <a:extLst>
                <a:ext uri="{FF2B5EF4-FFF2-40B4-BE49-F238E27FC236}">
                  <a16:creationId xmlns:a16="http://schemas.microsoft.com/office/drawing/2014/main" id="{4DF2F8B6-8AAC-4D04-8864-37AB1F3D5BCF}"/>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Freeform 45">
              <a:extLst>
                <a:ext uri="{FF2B5EF4-FFF2-40B4-BE49-F238E27FC236}">
                  <a16:creationId xmlns:a16="http://schemas.microsoft.com/office/drawing/2014/main" id="{EEBD2937-19A5-CEAA-774A-2C804834943A}"/>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639417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x content + 3x pictures">
    <p:bg bwMode="gray">
      <p:bgPr>
        <a:gradFill>
          <a:gsLst>
            <a:gs pos="0">
              <a:srgbClr val="F59D21"/>
            </a:gs>
            <a:gs pos="100000">
              <a:srgbClr val="C74A8D"/>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2482409"/>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199" y="3530738"/>
            <a:ext cx="7214949" cy="18667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6" name="Text Placeholder 48">
            <a:extLst>
              <a:ext uri="{FF2B5EF4-FFF2-40B4-BE49-F238E27FC236}">
                <a16:creationId xmlns:a16="http://schemas.microsoft.com/office/drawing/2014/main" id="{598FDEFF-DEEB-618F-B6E3-DCE04F6E3BCE}"/>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sp>
        <p:nvSpPr>
          <p:cNvPr id="48" name="book master" hidden="1">
            <a:extLst>
              <a:ext uri="{FF2B5EF4-FFF2-40B4-BE49-F238E27FC236}">
                <a16:creationId xmlns:a16="http://schemas.microsoft.com/office/drawing/2014/main" id="{D94DA67C-7249-C336-059D-4D029F86B2E3}"/>
              </a:ext>
            </a:extLst>
          </p:cNvPr>
          <p:cNvSpPr/>
          <p:nvPr userDrawn="1"/>
        </p:nvSpPr>
        <p:spPr>
          <a:xfrm flipV="1">
            <a:off x="6438567" y="-3895439"/>
            <a:ext cx="11811665" cy="10202407"/>
          </a:xfrm>
          <a:custGeom>
            <a:avLst/>
            <a:gdLst>
              <a:gd name="csX0" fmla="*/ 2680509 w 4130857"/>
              <a:gd name="csY0" fmla="*/ 3340977 h 3568056"/>
              <a:gd name="csX1" fmla="*/ 2494975 w 4130857"/>
              <a:gd name="csY1" fmla="*/ 3243686 h 3568056"/>
              <a:gd name="csX2" fmla="*/ 2145150 w 4130857"/>
              <a:gd name="csY2" fmla="*/ 2994811 h 3568056"/>
              <a:gd name="csX3" fmla="*/ 2061548 w 4130857"/>
              <a:gd name="csY3" fmla="*/ 2924198 h 3568056"/>
              <a:gd name="csX4" fmla="*/ 1977961 w 4130857"/>
              <a:gd name="csY4" fmla="*/ 2994811 h 3568056"/>
              <a:gd name="csX5" fmla="*/ 1628136 w 4130857"/>
              <a:gd name="csY5" fmla="*/ 3243686 h 3568056"/>
              <a:gd name="csX6" fmla="*/ 1442602 w 4130857"/>
              <a:gd name="csY6" fmla="*/ 3340977 h 3568056"/>
              <a:gd name="csX7" fmla="*/ 413351 w 4130857"/>
              <a:gd name="csY7" fmla="*/ 3564705 h 3568056"/>
              <a:gd name="csX8" fmla="*/ -3880 w 4130857"/>
              <a:gd name="csY8" fmla="*/ 3534276 h 3568056"/>
              <a:gd name="csX9" fmla="*/ -3880 w 4130857"/>
              <a:gd name="csY9" fmla="*/ 820559 h 3568056"/>
              <a:gd name="csX10" fmla="*/ 2060962 w 4130857"/>
              <a:gd name="csY10" fmla="*/ -3351 h 3568056"/>
              <a:gd name="csX11" fmla="*/ 2061548 w 4130857"/>
              <a:gd name="csY11" fmla="*/ -3351 h 3568056"/>
              <a:gd name="csX12" fmla="*/ 2062144 w 4130857"/>
              <a:gd name="csY12" fmla="*/ -3351 h 3568056"/>
              <a:gd name="csX13" fmla="*/ 4126978 w 4130857"/>
              <a:gd name="csY13" fmla="*/ 820559 h 3568056"/>
              <a:gd name="csX14" fmla="*/ 4126978 w 4130857"/>
              <a:gd name="csY14" fmla="*/ 3534276 h 3568056"/>
              <a:gd name="csX15" fmla="*/ 3709761 w 4130857"/>
              <a:gd name="csY15" fmla="*/ 3564705 h 3568056"/>
              <a:gd name="csX16" fmla="*/ 2680509 w 4130857"/>
              <a:gd name="csY16" fmla="*/ 3340977 h 3568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30857" h="3568056">
                <a:moveTo>
                  <a:pt x="2680509" y="3340977"/>
                </a:moveTo>
                <a:cubicBezTo>
                  <a:pt x="2617790" y="3311410"/>
                  <a:pt x="2556083" y="3279689"/>
                  <a:pt x="2494975" y="3243686"/>
                </a:cubicBezTo>
                <a:cubicBezTo>
                  <a:pt x="2373885" y="3172192"/>
                  <a:pt x="2257492" y="3089153"/>
                  <a:pt x="2145150" y="2994811"/>
                </a:cubicBezTo>
                <a:lnTo>
                  <a:pt x="2061548" y="2924198"/>
                </a:lnTo>
                <a:lnTo>
                  <a:pt x="1977961" y="2994811"/>
                </a:lnTo>
                <a:cubicBezTo>
                  <a:pt x="1865619" y="3089153"/>
                  <a:pt x="1749226" y="3172192"/>
                  <a:pt x="1628136" y="3243686"/>
                </a:cubicBezTo>
                <a:cubicBezTo>
                  <a:pt x="1567028" y="3279689"/>
                  <a:pt x="1505320" y="3311410"/>
                  <a:pt x="1442602" y="3340977"/>
                </a:cubicBezTo>
                <a:cubicBezTo>
                  <a:pt x="1128969" y="3489372"/>
                  <a:pt x="786153" y="3564106"/>
                  <a:pt x="413351" y="3564705"/>
                </a:cubicBezTo>
                <a:cubicBezTo>
                  <a:pt x="278527" y="3564705"/>
                  <a:pt x="139230" y="3553632"/>
                  <a:pt x="-3880" y="3534276"/>
                </a:cubicBezTo>
                <a:lnTo>
                  <a:pt x="-3880" y="820559"/>
                </a:lnTo>
                <a:cubicBezTo>
                  <a:pt x="700886" y="811013"/>
                  <a:pt x="1376137" y="577558"/>
                  <a:pt x="2060962" y="-3351"/>
                </a:cubicBezTo>
                <a:lnTo>
                  <a:pt x="2061548" y="-3351"/>
                </a:lnTo>
                <a:lnTo>
                  <a:pt x="2062144" y="-3351"/>
                </a:lnTo>
                <a:cubicBezTo>
                  <a:pt x="2746974" y="577558"/>
                  <a:pt x="3422225" y="811013"/>
                  <a:pt x="4126978" y="820559"/>
                </a:cubicBezTo>
                <a:lnTo>
                  <a:pt x="4126978" y="3534276"/>
                </a:lnTo>
                <a:cubicBezTo>
                  <a:pt x="3983879" y="3553632"/>
                  <a:pt x="3844587" y="3564705"/>
                  <a:pt x="3709761" y="3564705"/>
                </a:cubicBezTo>
                <a:cubicBezTo>
                  <a:pt x="3336958" y="3564106"/>
                  <a:pt x="2994137" y="3489372"/>
                  <a:pt x="2680509" y="3340977"/>
                </a:cubicBezTo>
              </a:path>
            </a:pathLst>
          </a:custGeom>
          <a:solidFill>
            <a:schemeClr val="bg1"/>
          </a:solidFill>
          <a:ln w="461" cap="flat">
            <a:noFill/>
            <a:prstDash val="solid"/>
            <a:miter/>
          </a:ln>
        </p:spPr>
        <p:txBody>
          <a:bodyPr/>
          <a:lstStyle/>
          <a:p>
            <a:endParaRPr lang="en-GB"/>
          </a:p>
        </p:txBody>
      </p:sp>
      <p:sp>
        <p:nvSpPr>
          <p:cNvPr id="67" name="Picture Placeholder 66">
            <a:extLst>
              <a:ext uri="{FF2B5EF4-FFF2-40B4-BE49-F238E27FC236}">
                <a16:creationId xmlns:a16="http://schemas.microsoft.com/office/drawing/2014/main" id="{A051D820-7F09-77E1-A3A0-3D3C2DCA245C}"/>
              </a:ext>
            </a:extLst>
          </p:cNvPr>
          <p:cNvSpPr>
            <a:spLocks noGrp="1"/>
          </p:cNvSpPr>
          <p:nvPr>
            <p:ph type="pic" sz="quarter" idx="21"/>
          </p:nvPr>
        </p:nvSpPr>
        <p:spPr bwMode="gray">
          <a:xfrm>
            <a:off x="8135400" y="-57241"/>
            <a:ext cx="4107600" cy="6252077"/>
          </a:xfrm>
          <a:custGeom>
            <a:avLst/>
            <a:gdLst>
              <a:gd name="csX0" fmla="*/ 0 w 4107600"/>
              <a:gd name="csY0" fmla="*/ 0 h 6252077"/>
              <a:gd name="csX1" fmla="*/ 4107600 w 4107600"/>
              <a:gd name="csY1" fmla="*/ 0 h 6252077"/>
              <a:gd name="csX2" fmla="*/ 4107600 w 4107600"/>
              <a:gd name="csY2" fmla="*/ 6236611 h 6252077"/>
              <a:gd name="csX3" fmla="*/ 4089029 w 4107600"/>
              <a:gd name="csY3" fmla="*/ 6252077 h 6252077"/>
              <a:gd name="csX4" fmla="*/ 4085488 w 4107600"/>
              <a:gd name="csY4" fmla="*/ 6252077 h 6252077"/>
              <a:gd name="csX5" fmla="*/ 4082006 w 4107600"/>
              <a:gd name="csY5" fmla="*/ 6252077 h 6252077"/>
              <a:gd name="csX6" fmla="*/ 276957 w 4107600"/>
              <a:gd name="csY6" fmla="*/ 3598693 h 6252077"/>
              <a:gd name="csX7" fmla="*/ 0 w 4107600"/>
              <a:gd name="csY7" fmla="*/ 3450144 h 62520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107600" h="6252077">
                <a:moveTo>
                  <a:pt x="0" y="0"/>
                </a:moveTo>
                <a:lnTo>
                  <a:pt x="4107600" y="0"/>
                </a:lnTo>
                <a:lnTo>
                  <a:pt x="4107600" y="6236611"/>
                </a:lnTo>
                <a:lnTo>
                  <a:pt x="4089029" y="6252077"/>
                </a:lnTo>
                <a:lnTo>
                  <a:pt x="4085488" y="6252077"/>
                </a:lnTo>
                <a:lnTo>
                  <a:pt x="4082006" y="6252077"/>
                </a:lnTo>
                <a:cubicBezTo>
                  <a:pt x="2810464" y="5173479"/>
                  <a:pt x="1544477" y="4296485"/>
                  <a:pt x="276957" y="3598693"/>
                </a:cubicBezTo>
                <a:lnTo>
                  <a:pt x="0" y="3450144"/>
                </a:lnTo>
                <a:close/>
              </a:path>
            </a:pathLst>
          </a:custGeom>
        </p:spPr>
        <p:txBody>
          <a:bodyPr wrap="square" anchor="ctr">
            <a:noAutofit/>
          </a:bodyPr>
          <a:lstStyle>
            <a:lvl1pPr algn="ctr">
              <a:defRPr sz="1050"/>
            </a:lvl1pPr>
          </a:lstStyle>
          <a:p>
            <a:endParaRPr lang="en-GB" dirty="0"/>
          </a:p>
        </p:txBody>
      </p:sp>
      <p:sp>
        <p:nvSpPr>
          <p:cNvPr id="72" name="Picture Placeholder 71">
            <a:extLst>
              <a:ext uri="{FF2B5EF4-FFF2-40B4-BE49-F238E27FC236}">
                <a16:creationId xmlns:a16="http://schemas.microsoft.com/office/drawing/2014/main" id="{801E0C93-1B9C-0889-C3E7-24AFF5E1E8CA}"/>
              </a:ext>
            </a:extLst>
          </p:cNvPr>
          <p:cNvSpPr>
            <a:spLocks noGrp="1"/>
          </p:cNvSpPr>
          <p:nvPr>
            <p:ph type="pic" sz="quarter" idx="22"/>
          </p:nvPr>
        </p:nvSpPr>
        <p:spPr bwMode="gray">
          <a:xfrm>
            <a:off x="4034734" y="-57242"/>
            <a:ext cx="4107600" cy="3453864"/>
          </a:xfrm>
          <a:custGeom>
            <a:avLst/>
            <a:gdLst>
              <a:gd name="csX0" fmla="*/ 0 w 4107600"/>
              <a:gd name="csY0" fmla="*/ 0 h 3453864"/>
              <a:gd name="csX1" fmla="*/ 4107600 w 4107600"/>
              <a:gd name="csY1" fmla="*/ 0 h 3453864"/>
              <a:gd name="csX2" fmla="*/ 4107600 w 4107600"/>
              <a:gd name="csY2" fmla="*/ 3453864 h 3453864"/>
              <a:gd name="csX3" fmla="*/ 3997313 w 4107600"/>
              <a:gd name="csY3" fmla="*/ 3394710 h 3453864"/>
              <a:gd name="csX4" fmla="*/ 179808 w 4107600"/>
              <a:gd name="csY4" fmla="*/ 1916669 h 3453864"/>
              <a:gd name="csX5" fmla="*/ 0 w 4107600"/>
              <a:gd name="csY5" fmla="*/ 1872396 h 3453864"/>
            </a:gdLst>
            <a:ahLst/>
            <a:cxnLst>
              <a:cxn ang="0">
                <a:pos x="csX0" y="csY0"/>
              </a:cxn>
              <a:cxn ang="0">
                <a:pos x="csX1" y="csY1"/>
              </a:cxn>
              <a:cxn ang="0">
                <a:pos x="csX2" y="csY2"/>
              </a:cxn>
              <a:cxn ang="0">
                <a:pos x="csX3" y="csY3"/>
              </a:cxn>
              <a:cxn ang="0">
                <a:pos x="csX4" y="csY4"/>
              </a:cxn>
              <a:cxn ang="0">
                <a:pos x="csX5" y="csY5"/>
              </a:cxn>
            </a:cxnLst>
            <a:rect l="l" t="t" r="r" b="b"/>
            <a:pathLst>
              <a:path w="4107600" h="3453864">
                <a:moveTo>
                  <a:pt x="0" y="0"/>
                </a:moveTo>
                <a:lnTo>
                  <a:pt x="4107600" y="0"/>
                </a:lnTo>
                <a:lnTo>
                  <a:pt x="4107600" y="3453864"/>
                </a:lnTo>
                <a:lnTo>
                  <a:pt x="3997313" y="3394710"/>
                </a:lnTo>
                <a:cubicBezTo>
                  <a:pt x="2729415" y="2732534"/>
                  <a:pt x="1459276" y="2247321"/>
                  <a:pt x="179808" y="1916669"/>
                </a:cubicBezTo>
                <a:lnTo>
                  <a:pt x="0" y="1872396"/>
                </a:lnTo>
                <a:close/>
              </a:path>
            </a:pathLst>
          </a:custGeom>
        </p:spPr>
        <p:txBody>
          <a:bodyPr wrap="square" anchor="ctr">
            <a:noAutofit/>
          </a:bodyPr>
          <a:lstStyle>
            <a:lvl1pPr algn="ctr">
              <a:defRPr sz="1050"/>
            </a:lvl1pPr>
          </a:lstStyle>
          <a:p>
            <a:endParaRPr lang="en-GB" dirty="0"/>
          </a:p>
        </p:txBody>
      </p:sp>
      <p:sp>
        <p:nvSpPr>
          <p:cNvPr id="77" name="Picture Placeholder 76">
            <a:extLst>
              <a:ext uri="{FF2B5EF4-FFF2-40B4-BE49-F238E27FC236}">
                <a16:creationId xmlns:a16="http://schemas.microsoft.com/office/drawing/2014/main" id="{5ADD43FA-8DD1-D97A-BFAC-3ABFF925FF0A}"/>
              </a:ext>
            </a:extLst>
          </p:cNvPr>
          <p:cNvSpPr>
            <a:spLocks noGrp="1"/>
          </p:cNvSpPr>
          <p:nvPr>
            <p:ph type="pic" sz="quarter" idx="23"/>
          </p:nvPr>
        </p:nvSpPr>
        <p:spPr bwMode="gray">
          <a:xfrm>
            <a:off x="-50999" y="-57242"/>
            <a:ext cx="4082267" cy="1871542"/>
          </a:xfrm>
          <a:custGeom>
            <a:avLst/>
            <a:gdLst>
              <a:gd name="csX0" fmla="*/ 0 w 4082267"/>
              <a:gd name="csY0" fmla="*/ 0 h 1871542"/>
              <a:gd name="csX1" fmla="*/ 4082267 w 4082267"/>
              <a:gd name="csY1" fmla="*/ 0 h 1871542"/>
              <a:gd name="csX2" fmla="*/ 4082267 w 4082267"/>
              <a:gd name="csY2" fmla="*/ 1871542 h 1871542"/>
              <a:gd name="csX3" fmla="*/ 3881416 w 4082267"/>
              <a:gd name="csY3" fmla="*/ 1822088 h 1871542"/>
              <a:gd name="csX4" fmla="*/ 0 w 4082267"/>
              <a:gd name="csY4" fmla="*/ 1356756 h 1871542"/>
            </a:gdLst>
            <a:ahLst/>
            <a:cxnLst>
              <a:cxn ang="0">
                <a:pos x="csX0" y="csY0"/>
              </a:cxn>
              <a:cxn ang="0">
                <a:pos x="csX1" y="csY1"/>
              </a:cxn>
              <a:cxn ang="0">
                <a:pos x="csX2" y="csY2"/>
              </a:cxn>
              <a:cxn ang="0">
                <a:pos x="csX3" y="csY3"/>
              </a:cxn>
              <a:cxn ang="0">
                <a:pos x="csX4" y="csY4"/>
              </a:cxn>
            </a:cxnLst>
            <a:rect l="l" t="t" r="r" b="b"/>
            <a:pathLst>
              <a:path w="4082267" h="1871542">
                <a:moveTo>
                  <a:pt x="0" y="0"/>
                </a:moveTo>
                <a:lnTo>
                  <a:pt x="4082267" y="0"/>
                </a:lnTo>
                <a:lnTo>
                  <a:pt x="4082267" y="1871542"/>
                </a:lnTo>
                <a:lnTo>
                  <a:pt x="3881416" y="1822088"/>
                </a:lnTo>
                <a:cubicBezTo>
                  <a:pt x="2600011" y="1522124"/>
                  <a:pt x="1308568" y="1374480"/>
                  <a:pt x="0" y="1356756"/>
                </a:cubicBezTo>
                <a:close/>
              </a:path>
            </a:pathLst>
          </a:custGeom>
        </p:spPr>
        <p:txBody>
          <a:bodyPr wrap="square" anchor="ctr">
            <a:noAutofit/>
          </a:bodyPr>
          <a:lstStyle>
            <a:lvl1pPr algn="ctr">
              <a:defRPr sz="1050"/>
            </a:lvl1pPr>
          </a:lstStyle>
          <a:p>
            <a:endParaRPr lang="en-GB" dirty="0"/>
          </a:p>
        </p:txBody>
      </p:sp>
      <p:grpSp>
        <p:nvGrpSpPr>
          <p:cNvPr id="78" name="Group 77">
            <a:extLst>
              <a:ext uri="{FF2B5EF4-FFF2-40B4-BE49-F238E27FC236}">
                <a16:creationId xmlns:a16="http://schemas.microsoft.com/office/drawing/2014/main" id="{1EFD35EE-541D-DADF-0195-1BEFAC79497B}"/>
              </a:ext>
            </a:extLst>
          </p:cNvPr>
          <p:cNvGrpSpPr/>
          <p:nvPr userDrawn="1"/>
        </p:nvGrpSpPr>
        <p:grpSpPr>
          <a:xfrm>
            <a:off x="12479795" y="4713010"/>
            <a:ext cx="2604261" cy="2144990"/>
            <a:chOff x="12479795" y="4620677"/>
            <a:chExt cx="2604261" cy="2144990"/>
          </a:xfrm>
        </p:grpSpPr>
        <p:grpSp>
          <p:nvGrpSpPr>
            <p:cNvPr id="79" name="Group 78">
              <a:extLst>
                <a:ext uri="{FF2B5EF4-FFF2-40B4-BE49-F238E27FC236}">
                  <a16:creationId xmlns:a16="http://schemas.microsoft.com/office/drawing/2014/main" id="{75D7B9C5-2107-5797-C933-9460755CC0BA}"/>
                </a:ext>
              </a:extLst>
            </p:cNvPr>
            <p:cNvGrpSpPr/>
            <p:nvPr userDrawn="1"/>
          </p:nvGrpSpPr>
          <p:grpSpPr bwMode="gray">
            <a:xfrm>
              <a:off x="12479795" y="4620677"/>
              <a:ext cx="2604261" cy="2144990"/>
              <a:chOff x="287524" y="320055"/>
              <a:chExt cx="2604261" cy="2144990"/>
            </a:xfrm>
          </p:grpSpPr>
          <p:sp>
            <p:nvSpPr>
              <p:cNvPr id="81" name="TextBox 80">
                <a:extLst>
                  <a:ext uri="{FF2B5EF4-FFF2-40B4-BE49-F238E27FC236}">
                    <a16:creationId xmlns:a16="http://schemas.microsoft.com/office/drawing/2014/main" id="{C7231D17-BF17-F498-AAC4-DFDAF275363A}"/>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82" name="Donut 24">
                <a:extLst>
                  <a:ext uri="{FF2B5EF4-FFF2-40B4-BE49-F238E27FC236}">
                    <a16:creationId xmlns:a16="http://schemas.microsoft.com/office/drawing/2014/main" id="{74D61A91-F4BE-ABAD-8F57-BA404680C38E}"/>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3" name="Freeform 7">
                <a:extLst>
                  <a:ext uri="{FF2B5EF4-FFF2-40B4-BE49-F238E27FC236}">
                    <a16:creationId xmlns:a16="http://schemas.microsoft.com/office/drawing/2014/main" id="{78ECCE18-56C9-A605-B1D7-228BE8687DE3}"/>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80" name="Rectangle 79">
              <a:extLst>
                <a:ext uri="{FF2B5EF4-FFF2-40B4-BE49-F238E27FC236}">
                  <a16:creationId xmlns:a16="http://schemas.microsoft.com/office/drawing/2014/main" id="{77A87B83-09DE-9D14-4E4C-45D109DC6BDD}"/>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grpSp>
        <p:nvGrpSpPr>
          <p:cNvPr id="84" name="Group 83">
            <a:extLst>
              <a:ext uri="{FF2B5EF4-FFF2-40B4-BE49-F238E27FC236}">
                <a16:creationId xmlns:a16="http://schemas.microsoft.com/office/drawing/2014/main" id="{97A2BD2D-9E4A-CF91-13DF-9495B83D8AD8}"/>
              </a:ext>
            </a:extLst>
          </p:cNvPr>
          <p:cNvGrpSpPr/>
          <p:nvPr userDrawn="1"/>
        </p:nvGrpSpPr>
        <p:grpSpPr bwMode="gray">
          <a:xfrm>
            <a:off x="12500380" y="0"/>
            <a:ext cx="2855330" cy="1767964"/>
            <a:chOff x="287522" y="320055"/>
            <a:chExt cx="2855330" cy="1767964"/>
          </a:xfrm>
        </p:grpSpPr>
        <p:sp>
          <p:nvSpPr>
            <p:cNvPr id="85" name="TextBox 84">
              <a:extLst>
                <a:ext uri="{FF2B5EF4-FFF2-40B4-BE49-F238E27FC236}">
                  <a16:creationId xmlns:a16="http://schemas.microsoft.com/office/drawing/2014/main" id="{C9E970C9-F891-B2F8-D548-E7FFAA073685}"/>
                </a:ext>
              </a:extLst>
            </p:cNvPr>
            <p:cNvSpPr txBox="1"/>
            <p:nvPr/>
          </p:nvSpPr>
          <p:spPr bwMode="gray">
            <a:xfrm>
              <a:off x="287522" y="1010801"/>
              <a:ext cx="2855330" cy="1077218"/>
            </a:xfrm>
            <a:prstGeom prst="rect">
              <a:avLst/>
            </a:prstGeom>
            <a:noFill/>
          </p:spPr>
          <p:txBody>
            <a:bodyPr wrap="square" lIns="0" tIns="0" rIns="0" bIns="0" rtlCol="0">
              <a:spAutoFit/>
            </a:bodyPr>
            <a:lstStyle/>
            <a:p>
              <a:r>
                <a:rPr lang="en-GB" sz="1000" dirty="0">
                  <a:solidFill>
                    <a:srgbClr val="000000"/>
                  </a:solidFill>
                </a:rPr>
                <a:t>If your picture(s)</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p:txBody>
        </p:sp>
        <p:grpSp>
          <p:nvGrpSpPr>
            <p:cNvPr id="86" name="Group 85">
              <a:extLst>
                <a:ext uri="{FF2B5EF4-FFF2-40B4-BE49-F238E27FC236}">
                  <a16:creationId xmlns:a16="http://schemas.microsoft.com/office/drawing/2014/main" id="{129EFD81-D751-CE88-4FCA-6E84E91295DF}"/>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89" name="Oval 9">
                <a:extLst>
                  <a:ext uri="{FF2B5EF4-FFF2-40B4-BE49-F238E27FC236}">
                    <a16:creationId xmlns:a16="http://schemas.microsoft.com/office/drawing/2014/main" id="{314B347E-783D-3AE0-D0D4-C7F66495D69B}"/>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90" name="Freeform 10">
                <a:extLst>
                  <a:ext uri="{FF2B5EF4-FFF2-40B4-BE49-F238E27FC236}">
                    <a16:creationId xmlns:a16="http://schemas.microsoft.com/office/drawing/2014/main" id="{3AC2450D-8692-DE8A-6818-D9059D9F3064}"/>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87" name="Donut 24">
              <a:extLst>
                <a:ext uri="{FF2B5EF4-FFF2-40B4-BE49-F238E27FC236}">
                  <a16:creationId xmlns:a16="http://schemas.microsoft.com/office/drawing/2014/main" id="{549BD9AD-B58E-9ADB-CB90-A109B6B0BE3B}"/>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8" name="Freeform 45">
              <a:extLst>
                <a:ext uri="{FF2B5EF4-FFF2-40B4-BE49-F238E27FC236}">
                  <a16:creationId xmlns:a16="http://schemas.microsoft.com/office/drawing/2014/main" id="{6C3D678E-6D77-418C-5FBD-A3B56F2FE258}"/>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583436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old statement pic background">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71E8F91-BCE0-70DF-7946-737EE15A5DBD}"/>
              </a:ext>
            </a:extLst>
          </p:cNvPr>
          <p:cNvSpPr/>
          <p:nvPr userDrawn="1"/>
        </p:nvSpPr>
        <p:spPr>
          <a:xfrm>
            <a:off x="0" y="0"/>
            <a:ext cx="12192000" cy="6858000"/>
          </a:xfrm>
          <a:prstGeom prst="rect">
            <a:avLst/>
          </a:prstGeom>
          <a:solidFill>
            <a:srgbClr val="00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a:xfrm>
            <a:off x="1721060" y="2440641"/>
            <a:ext cx="8749881" cy="1801648"/>
          </a:xfrm>
        </p:spPr>
        <p:txBody>
          <a:bodyPr anchor="ctr">
            <a:normAutofit/>
          </a:bodyPr>
          <a:lstStyle>
            <a:lvl1pPr algn="ctr">
              <a:lnSpc>
                <a:spcPct val="110000"/>
              </a:lnSpc>
              <a:defRPr sz="3200" baseline="0">
                <a:solidFill>
                  <a:schemeClr val="tx1"/>
                </a:solidFill>
              </a:defRPr>
            </a:lvl1pPr>
          </a:lstStyle>
          <a:p>
            <a:r>
              <a:rPr lang="en-US" dirty="0"/>
              <a:t>Click to add a bold statement, quotation, testimonial here</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p:txBody>
          <a:bodyPr/>
          <a:lstStyle/>
          <a:p>
            <a:fld id="{C58AAEFC-4935-44A5-8B10-3E51FA258314}"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p:txBody>
          <a:bodyPr/>
          <a:lstStyle/>
          <a:p>
            <a:fld id="{FC35CEA3-87EB-447D-B809-4C40576A5817}" type="slidenum">
              <a:rPr lang="en-GB" smtClean="0"/>
              <a:t>‹#›</a:t>
            </a:fld>
            <a:endParaRPr lang="en-GB"/>
          </a:p>
        </p:txBody>
      </p:sp>
      <p:sp>
        <p:nvSpPr>
          <p:cNvPr id="17" name="Text Placeholder 16">
            <a:extLst>
              <a:ext uri="{FF2B5EF4-FFF2-40B4-BE49-F238E27FC236}">
                <a16:creationId xmlns:a16="http://schemas.microsoft.com/office/drawing/2014/main" id="{A3EFC9A2-5625-C187-A840-8F373280958F}"/>
              </a:ext>
            </a:extLst>
          </p:cNvPr>
          <p:cNvSpPr>
            <a:spLocks noGrp="1"/>
          </p:cNvSpPr>
          <p:nvPr>
            <p:ph type="body" sz="quarter" idx="13" hasCustomPrompt="1"/>
          </p:nvPr>
        </p:nvSpPr>
        <p:spPr>
          <a:xfrm>
            <a:off x="1270000" y="4240771"/>
            <a:ext cx="9652000" cy="1276365"/>
          </a:xfrm>
        </p:spPr>
        <p:txBody>
          <a:bodyPr tIns="180000"/>
          <a:lstStyle>
            <a:lvl1pPr algn="ctr">
              <a:defRPr sz="1400">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vl6pPr algn="ctr">
              <a:defRPr>
                <a:solidFill>
                  <a:schemeClr val="tx1"/>
                </a:solidFill>
              </a:defRPr>
            </a:lvl6pPr>
            <a:lvl7pPr algn="ctr">
              <a:defRPr>
                <a:solidFill>
                  <a:schemeClr val="tx1"/>
                </a:solidFill>
              </a:defRPr>
            </a:lvl7pPr>
            <a:lvl8pPr algn="ctr">
              <a:defRPr>
                <a:solidFill>
                  <a:schemeClr val="tx1"/>
                </a:solidFill>
              </a:defRPr>
            </a:lvl8pPr>
            <a:lvl9pPr algn="ctr">
              <a:defRPr>
                <a:solidFill>
                  <a:schemeClr val="tx1"/>
                </a:solidFill>
              </a:defRPr>
            </a:lvl9pPr>
          </a:lstStyle>
          <a:p>
            <a:pPr lvl="0"/>
            <a:r>
              <a:rPr lang="en-US" dirty="0"/>
              <a:t>Click to add source to the above statement or supporting information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7" name="book master">
            <a:extLst>
              <a:ext uri="{FF2B5EF4-FFF2-40B4-BE49-F238E27FC236}">
                <a16:creationId xmlns:a16="http://schemas.microsoft.com/office/drawing/2014/main" id="{4F823450-B9F1-EAB5-839B-E95D222BA81F}"/>
              </a:ext>
            </a:extLst>
          </p:cNvPr>
          <p:cNvSpPr/>
          <p:nvPr userDrawn="1"/>
        </p:nvSpPr>
        <p:spPr>
          <a:xfrm flipV="1">
            <a:off x="5444973" y="1159496"/>
            <a:ext cx="1302054" cy="1124658"/>
          </a:xfrm>
          <a:custGeom>
            <a:avLst/>
            <a:gdLst>
              <a:gd name="csX0" fmla="*/ 2685657 w 4138779"/>
              <a:gd name="csY0" fmla="*/ 3347390 h 3574898"/>
              <a:gd name="csX1" fmla="*/ 2499767 w 4138779"/>
              <a:gd name="csY1" fmla="*/ 3249912 h 3574898"/>
              <a:gd name="csX2" fmla="*/ 2149271 w 4138779"/>
              <a:gd name="csY2" fmla="*/ 3000560 h 3574898"/>
              <a:gd name="csX3" fmla="*/ 2065509 w 4138779"/>
              <a:gd name="csY3" fmla="*/ 2929812 h 3574898"/>
              <a:gd name="csX4" fmla="*/ 1981762 w 4138779"/>
              <a:gd name="csY4" fmla="*/ 3000560 h 3574898"/>
              <a:gd name="csX5" fmla="*/ 1631266 w 4138779"/>
              <a:gd name="csY5" fmla="*/ 3249912 h 3574898"/>
              <a:gd name="csX6" fmla="*/ 1445376 w 4138779"/>
              <a:gd name="csY6" fmla="*/ 3347390 h 3574898"/>
              <a:gd name="csX7" fmla="*/ 414151 w 4138779"/>
              <a:gd name="csY7" fmla="*/ 3571548 h 3574898"/>
              <a:gd name="csX8" fmla="*/ -3880 w 4138779"/>
              <a:gd name="csY8" fmla="*/ 3541060 h 3574898"/>
              <a:gd name="csX9" fmla="*/ -3880 w 4138779"/>
              <a:gd name="csY9" fmla="*/ 822139 h 3574898"/>
              <a:gd name="csX10" fmla="*/ 2064922 w 4138779"/>
              <a:gd name="csY10" fmla="*/ -3351 h 3574898"/>
              <a:gd name="csX11" fmla="*/ 2065509 w 4138779"/>
              <a:gd name="csY11" fmla="*/ -3351 h 3574898"/>
              <a:gd name="csX12" fmla="*/ 2066106 w 4138779"/>
              <a:gd name="csY12" fmla="*/ -3351 h 3574898"/>
              <a:gd name="csX13" fmla="*/ 4134900 w 4138779"/>
              <a:gd name="csY13" fmla="*/ 822139 h 3574898"/>
              <a:gd name="csX14" fmla="*/ 4134900 w 4138779"/>
              <a:gd name="csY14" fmla="*/ 3541060 h 3574898"/>
              <a:gd name="csX15" fmla="*/ 3716883 w 4138779"/>
              <a:gd name="csY15" fmla="*/ 3571548 h 3574898"/>
              <a:gd name="csX16" fmla="*/ 2685657 w 4138779"/>
              <a:gd name="csY16" fmla="*/ 3347390 h 3574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38779" h="3574898">
                <a:moveTo>
                  <a:pt x="2685657" y="3347390"/>
                </a:moveTo>
                <a:cubicBezTo>
                  <a:pt x="2622818" y="3317767"/>
                  <a:pt x="2560992" y="3285985"/>
                  <a:pt x="2499767" y="3249912"/>
                </a:cubicBezTo>
                <a:cubicBezTo>
                  <a:pt x="2378445" y="3178281"/>
                  <a:pt x="2261828" y="3095084"/>
                  <a:pt x="2149271" y="3000560"/>
                </a:cubicBezTo>
                <a:lnTo>
                  <a:pt x="2065509" y="2929812"/>
                </a:lnTo>
                <a:lnTo>
                  <a:pt x="1981762" y="3000560"/>
                </a:lnTo>
                <a:cubicBezTo>
                  <a:pt x="1869204" y="3095084"/>
                  <a:pt x="1752588" y="3178281"/>
                  <a:pt x="1631266" y="3249912"/>
                </a:cubicBezTo>
                <a:cubicBezTo>
                  <a:pt x="1570040" y="3285985"/>
                  <a:pt x="1508214" y="3317767"/>
                  <a:pt x="1445376" y="3347390"/>
                </a:cubicBezTo>
                <a:cubicBezTo>
                  <a:pt x="1131142" y="3496070"/>
                  <a:pt x="787668" y="3570947"/>
                  <a:pt x="414151" y="3571548"/>
                </a:cubicBezTo>
                <a:cubicBezTo>
                  <a:pt x="279068" y="3571548"/>
                  <a:pt x="139505" y="3560453"/>
                  <a:pt x="-3880" y="3541060"/>
                </a:cubicBezTo>
                <a:lnTo>
                  <a:pt x="-3880" y="822139"/>
                </a:lnTo>
                <a:cubicBezTo>
                  <a:pt x="702237" y="812574"/>
                  <a:pt x="1378784" y="578672"/>
                  <a:pt x="2064922" y="-3351"/>
                </a:cubicBezTo>
                <a:lnTo>
                  <a:pt x="2065509" y="-3351"/>
                </a:lnTo>
                <a:lnTo>
                  <a:pt x="2066106" y="-3351"/>
                </a:lnTo>
                <a:cubicBezTo>
                  <a:pt x="2752249" y="578672"/>
                  <a:pt x="3428795" y="812574"/>
                  <a:pt x="4134900" y="822139"/>
                </a:cubicBezTo>
                <a:lnTo>
                  <a:pt x="4134900" y="3541060"/>
                </a:lnTo>
                <a:cubicBezTo>
                  <a:pt x="3991527" y="3560453"/>
                  <a:pt x="3851967" y="3571548"/>
                  <a:pt x="3716883" y="3571548"/>
                </a:cubicBezTo>
                <a:cubicBezTo>
                  <a:pt x="3343365" y="3570947"/>
                  <a:pt x="2999886" y="3496070"/>
                  <a:pt x="2685657" y="3347390"/>
                </a:cubicBezTo>
              </a:path>
            </a:pathLst>
          </a:custGeom>
          <a:noFill/>
          <a:ln w="12700" cap="flat">
            <a:solidFill>
              <a:srgbClr val="FFFFFF"/>
            </a:solidFill>
            <a:prstDash val="solid"/>
            <a:miter/>
          </a:ln>
        </p:spPr>
        <p:txBody>
          <a:bodyPr/>
          <a:lstStyle/>
          <a:p>
            <a:endParaRPr lang="en-GB"/>
          </a:p>
        </p:txBody>
      </p:sp>
      <p:pic>
        <p:nvPicPr>
          <p:cNvPr id="9" name="UoP logo">
            <a:extLst>
              <a:ext uri="{FF2B5EF4-FFF2-40B4-BE49-F238E27FC236}">
                <a16:creationId xmlns:a16="http://schemas.microsoft.com/office/drawing/2014/main" id="{0318D2D5-F10C-7974-72ED-A9E17929F7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0" name="Text Placeholder 48">
            <a:extLst>
              <a:ext uri="{FF2B5EF4-FFF2-40B4-BE49-F238E27FC236}">
                <a16:creationId xmlns:a16="http://schemas.microsoft.com/office/drawing/2014/main" id="{10CB9F47-9D27-F2EF-0D0C-A33926E47F50}"/>
              </a:ext>
            </a:extLst>
          </p:cNvPr>
          <p:cNvSpPr>
            <a:spLocks noGrp="1"/>
          </p:cNvSpPr>
          <p:nvPr>
            <p:ph type="body" sz="quarter" idx="15" hasCustomPrompt="1"/>
          </p:nvPr>
        </p:nvSpPr>
        <p:spPr>
          <a:xfrm>
            <a:off x="421200" y="568493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11" name="Group 10">
            <a:extLst>
              <a:ext uri="{FF2B5EF4-FFF2-40B4-BE49-F238E27FC236}">
                <a16:creationId xmlns:a16="http://schemas.microsoft.com/office/drawing/2014/main" id="{A5F8DE8A-F252-4169-2EBD-20DF6F1F848F}"/>
              </a:ext>
            </a:extLst>
          </p:cNvPr>
          <p:cNvGrpSpPr/>
          <p:nvPr userDrawn="1"/>
        </p:nvGrpSpPr>
        <p:grpSpPr bwMode="gray">
          <a:xfrm>
            <a:off x="12479795" y="4620677"/>
            <a:ext cx="2173145" cy="2237323"/>
            <a:chOff x="287524" y="320055"/>
            <a:chExt cx="2173145" cy="2237323"/>
          </a:xfrm>
        </p:grpSpPr>
        <p:sp>
          <p:nvSpPr>
            <p:cNvPr id="12" name="TextBox 11">
              <a:extLst>
                <a:ext uri="{FF2B5EF4-FFF2-40B4-BE49-F238E27FC236}">
                  <a16:creationId xmlns:a16="http://schemas.microsoft.com/office/drawing/2014/main" id="{F8BDB6CF-74D0-F23E-8076-CA60B69B34D4}"/>
                </a:ext>
              </a:extLst>
            </p:cNvPr>
            <p:cNvSpPr txBox="1"/>
            <p:nvPr/>
          </p:nvSpPr>
          <p:spPr bwMode="gray">
            <a:xfrm>
              <a:off x="287524" y="1010801"/>
              <a:ext cx="2173145" cy="1546577"/>
            </a:xfrm>
            <a:prstGeom prst="rect">
              <a:avLst/>
            </a:prstGeom>
            <a:noFill/>
          </p:spPr>
          <p:txBody>
            <a:bodyPr wrap="square" lIns="0" tIns="0" rIns="0" bIns="0" rtlCol="0">
              <a:spAutoFit/>
            </a:bodyPr>
            <a:lstStyle/>
            <a:p>
              <a:r>
                <a:rPr lang="en-GB" sz="1050" dirty="0">
                  <a:solidFill>
                    <a:srgbClr val="000000"/>
                  </a:solidFill>
                </a:rPr>
                <a:t>To add or change a photographic image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&gt;Fill</a:t>
              </a:r>
            </a:p>
            <a:p>
              <a:r>
                <a:rPr lang="en-GB" sz="1050" dirty="0">
                  <a:solidFill>
                    <a:srgbClr val="000000"/>
                  </a:solidFill>
                </a:rPr>
                <a:t>&gt;Picture or texture fill</a:t>
              </a:r>
            </a:p>
            <a:p>
              <a:r>
                <a:rPr lang="en-GB" sz="1050" dirty="0">
                  <a:solidFill>
                    <a:srgbClr val="000000"/>
                  </a:solidFill>
                </a:rPr>
                <a:t>&gt;Insert (select picture from your file)</a:t>
              </a:r>
            </a:p>
            <a:p>
              <a:r>
                <a:rPr lang="en-GB" sz="900" dirty="0">
                  <a:solidFill>
                    <a:srgbClr val="000000"/>
                  </a:solidFill>
                </a:rPr>
                <a:t>Ideally your image should be sized in a 16wx9h ratio with an ideal size of 1920x1080 pixels.</a:t>
              </a:r>
            </a:p>
          </p:txBody>
        </p:sp>
        <p:grpSp>
          <p:nvGrpSpPr>
            <p:cNvPr id="13" name="Group 12">
              <a:extLst>
                <a:ext uri="{FF2B5EF4-FFF2-40B4-BE49-F238E27FC236}">
                  <a16:creationId xmlns:a16="http://schemas.microsoft.com/office/drawing/2014/main" id="{F6E616F6-1D21-83D6-7294-D9B1D03E35FD}"/>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18" name="Oval 9">
                <a:extLst>
                  <a:ext uri="{FF2B5EF4-FFF2-40B4-BE49-F238E27FC236}">
                    <a16:creationId xmlns:a16="http://schemas.microsoft.com/office/drawing/2014/main" id="{2B400A36-97FC-49FA-6BDD-79DD960E7000}"/>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Freeform 10">
                <a:extLst>
                  <a:ext uri="{FF2B5EF4-FFF2-40B4-BE49-F238E27FC236}">
                    <a16:creationId xmlns:a16="http://schemas.microsoft.com/office/drawing/2014/main" id="{5CF1BBEC-3F08-F4D5-6BF9-AC2658AF2DB5}"/>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14" name="Donut 24">
              <a:extLst>
                <a:ext uri="{FF2B5EF4-FFF2-40B4-BE49-F238E27FC236}">
                  <a16:creationId xmlns:a16="http://schemas.microsoft.com/office/drawing/2014/main" id="{6B047122-77BA-CB28-4790-EF34374F2AB3}"/>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Freeform 7">
              <a:extLst>
                <a:ext uri="{FF2B5EF4-FFF2-40B4-BE49-F238E27FC236}">
                  <a16:creationId xmlns:a16="http://schemas.microsoft.com/office/drawing/2014/main" id="{768AE80E-4287-D148-59D7-4A76D2F02168}"/>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664568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old statement gradient background">
    <p:bg bwMode="gray">
      <p:bgPr>
        <a:gradFill>
          <a:gsLst>
            <a:gs pos="0">
              <a:srgbClr val="7B77A5"/>
            </a:gs>
            <a:gs pos="100000">
              <a:srgbClr val="C74A8D"/>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a:xfrm>
            <a:off x="1721060" y="2440641"/>
            <a:ext cx="8749881" cy="1801648"/>
          </a:xfrm>
        </p:spPr>
        <p:txBody>
          <a:bodyPr anchor="ctr">
            <a:normAutofit/>
          </a:bodyPr>
          <a:lstStyle>
            <a:lvl1pPr algn="ctr">
              <a:lnSpc>
                <a:spcPct val="110000"/>
              </a:lnSpc>
              <a:defRPr sz="3200" baseline="0">
                <a:solidFill>
                  <a:schemeClr val="tx1"/>
                </a:solidFill>
              </a:defRPr>
            </a:lvl1pPr>
          </a:lstStyle>
          <a:p>
            <a:r>
              <a:rPr lang="en-US" dirty="0"/>
              <a:t>Click to add a bold statement, quotation, testimonial here</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p:txBody>
          <a:bodyPr/>
          <a:lstStyle/>
          <a:p>
            <a:fld id="{C58AAEFC-4935-44A5-8B10-3E51FA258314}"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p:txBody>
          <a:bodyPr/>
          <a:lstStyle/>
          <a:p>
            <a:fld id="{FC35CEA3-87EB-447D-B809-4C40576A5817}" type="slidenum">
              <a:rPr lang="en-GB" smtClean="0"/>
              <a:t>‹#›</a:t>
            </a:fld>
            <a:endParaRPr lang="en-GB"/>
          </a:p>
        </p:txBody>
      </p:sp>
      <p:sp>
        <p:nvSpPr>
          <p:cNvPr id="17" name="Text Placeholder 16">
            <a:extLst>
              <a:ext uri="{FF2B5EF4-FFF2-40B4-BE49-F238E27FC236}">
                <a16:creationId xmlns:a16="http://schemas.microsoft.com/office/drawing/2014/main" id="{A3EFC9A2-5625-C187-A840-8F373280958F}"/>
              </a:ext>
            </a:extLst>
          </p:cNvPr>
          <p:cNvSpPr>
            <a:spLocks noGrp="1"/>
          </p:cNvSpPr>
          <p:nvPr>
            <p:ph type="body" sz="quarter" idx="13" hasCustomPrompt="1"/>
          </p:nvPr>
        </p:nvSpPr>
        <p:spPr>
          <a:xfrm>
            <a:off x="1270000" y="4240771"/>
            <a:ext cx="9652000" cy="1276365"/>
          </a:xfrm>
        </p:spPr>
        <p:txBody>
          <a:bodyPr tIns="180000"/>
          <a:lstStyle>
            <a:lvl1pPr algn="ctr">
              <a:defRPr sz="1400">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vl6pPr algn="ctr">
              <a:defRPr>
                <a:solidFill>
                  <a:schemeClr val="tx1"/>
                </a:solidFill>
              </a:defRPr>
            </a:lvl6pPr>
            <a:lvl7pPr algn="ctr">
              <a:defRPr>
                <a:solidFill>
                  <a:schemeClr val="tx1"/>
                </a:solidFill>
              </a:defRPr>
            </a:lvl7pPr>
            <a:lvl8pPr algn="ctr">
              <a:defRPr>
                <a:solidFill>
                  <a:schemeClr val="tx1"/>
                </a:solidFill>
              </a:defRPr>
            </a:lvl8pPr>
            <a:lvl9pPr algn="ctr">
              <a:defRPr>
                <a:solidFill>
                  <a:schemeClr val="tx1"/>
                </a:solidFill>
              </a:defRPr>
            </a:lvl9pPr>
          </a:lstStyle>
          <a:p>
            <a:pPr lvl="0"/>
            <a:r>
              <a:rPr lang="en-US" dirty="0"/>
              <a:t>Click to add source to the above statement or supporting information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7" name="book master">
            <a:extLst>
              <a:ext uri="{FF2B5EF4-FFF2-40B4-BE49-F238E27FC236}">
                <a16:creationId xmlns:a16="http://schemas.microsoft.com/office/drawing/2014/main" id="{4F823450-B9F1-EAB5-839B-E95D222BA81F}"/>
              </a:ext>
            </a:extLst>
          </p:cNvPr>
          <p:cNvSpPr/>
          <p:nvPr userDrawn="1"/>
        </p:nvSpPr>
        <p:spPr>
          <a:xfrm flipV="1">
            <a:off x="5444973" y="1159496"/>
            <a:ext cx="1302054" cy="1124658"/>
          </a:xfrm>
          <a:custGeom>
            <a:avLst/>
            <a:gdLst>
              <a:gd name="csX0" fmla="*/ 2685657 w 4138779"/>
              <a:gd name="csY0" fmla="*/ 3347390 h 3574898"/>
              <a:gd name="csX1" fmla="*/ 2499767 w 4138779"/>
              <a:gd name="csY1" fmla="*/ 3249912 h 3574898"/>
              <a:gd name="csX2" fmla="*/ 2149271 w 4138779"/>
              <a:gd name="csY2" fmla="*/ 3000560 h 3574898"/>
              <a:gd name="csX3" fmla="*/ 2065509 w 4138779"/>
              <a:gd name="csY3" fmla="*/ 2929812 h 3574898"/>
              <a:gd name="csX4" fmla="*/ 1981762 w 4138779"/>
              <a:gd name="csY4" fmla="*/ 3000560 h 3574898"/>
              <a:gd name="csX5" fmla="*/ 1631266 w 4138779"/>
              <a:gd name="csY5" fmla="*/ 3249912 h 3574898"/>
              <a:gd name="csX6" fmla="*/ 1445376 w 4138779"/>
              <a:gd name="csY6" fmla="*/ 3347390 h 3574898"/>
              <a:gd name="csX7" fmla="*/ 414151 w 4138779"/>
              <a:gd name="csY7" fmla="*/ 3571548 h 3574898"/>
              <a:gd name="csX8" fmla="*/ -3880 w 4138779"/>
              <a:gd name="csY8" fmla="*/ 3541060 h 3574898"/>
              <a:gd name="csX9" fmla="*/ -3880 w 4138779"/>
              <a:gd name="csY9" fmla="*/ 822139 h 3574898"/>
              <a:gd name="csX10" fmla="*/ 2064922 w 4138779"/>
              <a:gd name="csY10" fmla="*/ -3351 h 3574898"/>
              <a:gd name="csX11" fmla="*/ 2065509 w 4138779"/>
              <a:gd name="csY11" fmla="*/ -3351 h 3574898"/>
              <a:gd name="csX12" fmla="*/ 2066106 w 4138779"/>
              <a:gd name="csY12" fmla="*/ -3351 h 3574898"/>
              <a:gd name="csX13" fmla="*/ 4134900 w 4138779"/>
              <a:gd name="csY13" fmla="*/ 822139 h 3574898"/>
              <a:gd name="csX14" fmla="*/ 4134900 w 4138779"/>
              <a:gd name="csY14" fmla="*/ 3541060 h 3574898"/>
              <a:gd name="csX15" fmla="*/ 3716883 w 4138779"/>
              <a:gd name="csY15" fmla="*/ 3571548 h 3574898"/>
              <a:gd name="csX16" fmla="*/ 2685657 w 4138779"/>
              <a:gd name="csY16" fmla="*/ 3347390 h 35748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38779" h="3574898">
                <a:moveTo>
                  <a:pt x="2685657" y="3347390"/>
                </a:moveTo>
                <a:cubicBezTo>
                  <a:pt x="2622818" y="3317767"/>
                  <a:pt x="2560992" y="3285985"/>
                  <a:pt x="2499767" y="3249912"/>
                </a:cubicBezTo>
                <a:cubicBezTo>
                  <a:pt x="2378445" y="3178281"/>
                  <a:pt x="2261828" y="3095084"/>
                  <a:pt x="2149271" y="3000560"/>
                </a:cubicBezTo>
                <a:lnTo>
                  <a:pt x="2065509" y="2929812"/>
                </a:lnTo>
                <a:lnTo>
                  <a:pt x="1981762" y="3000560"/>
                </a:lnTo>
                <a:cubicBezTo>
                  <a:pt x="1869204" y="3095084"/>
                  <a:pt x="1752588" y="3178281"/>
                  <a:pt x="1631266" y="3249912"/>
                </a:cubicBezTo>
                <a:cubicBezTo>
                  <a:pt x="1570040" y="3285985"/>
                  <a:pt x="1508214" y="3317767"/>
                  <a:pt x="1445376" y="3347390"/>
                </a:cubicBezTo>
                <a:cubicBezTo>
                  <a:pt x="1131142" y="3496070"/>
                  <a:pt x="787668" y="3570947"/>
                  <a:pt x="414151" y="3571548"/>
                </a:cubicBezTo>
                <a:cubicBezTo>
                  <a:pt x="279068" y="3571548"/>
                  <a:pt x="139505" y="3560453"/>
                  <a:pt x="-3880" y="3541060"/>
                </a:cubicBezTo>
                <a:lnTo>
                  <a:pt x="-3880" y="822139"/>
                </a:lnTo>
                <a:cubicBezTo>
                  <a:pt x="702237" y="812574"/>
                  <a:pt x="1378784" y="578672"/>
                  <a:pt x="2064922" y="-3351"/>
                </a:cubicBezTo>
                <a:lnTo>
                  <a:pt x="2065509" y="-3351"/>
                </a:lnTo>
                <a:lnTo>
                  <a:pt x="2066106" y="-3351"/>
                </a:lnTo>
                <a:cubicBezTo>
                  <a:pt x="2752249" y="578672"/>
                  <a:pt x="3428795" y="812574"/>
                  <a:pt x="4134900" y="822139"/>
                </a:cubicBezTo>
                <a:lnTo>
                  <a:pt x="4134900" y="3541060"/>
                </a:lnTo>
                <a:cubicBezTo>
                  <a:pt x="3991527" y="3560453"/>
                  <a:pt x="3851967" y="3571548"/>
                  <a:pt x="3716883" y="3571548"/>
                </a:cubicBezTo>
                <a:cubicBezTo>
                  <a:pt x="3343365" y="3570947"/>
                  <a:pt x="2999886" y="3496070"/>
                  <a:pt x="2685657" y="3347390"/>
                </a:cubicBezTo>
              </a:path>
            </a:pathLst>
          </a:custGeom>
          <a:noFill/>
          <a:ln w="12700" cap="flat">
            <a:solidFill>
              <a:srgbClr val="FFFFFF"/>
            </a:solidFill>
            <a:prstDash val="solid"/>
            <a:miter/>
          </a:ln>
        </p:spPr>
        <p:txBody>
          <a:bodyPr/>
          <a:lstStyle/>
          <a:p>
            <a:endParaRPr lang="en-GB"/>
          </a:p>
        </p:txBody>
      </p:sp>
      <p:pic>
        <p:nvPicPr>
          <p:cNvPr id="9" name="UoP logo">
            <a:extLst>
              <a:ext uri="{FF2B5EF4-FFF2-40B4-BE49-F238E27FC236}">
                <a16:creationId xmlns:a16="http://schemas.microsoft.com/office/drawing/2014/main" id="{0318D2D5-F10C-7974-72ED-A9E17929F7D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599158" y="5816329"/>
            <a:ext cx="2027641" cy="415825"/>
          </a:xfrm>
          <a:prstGeom prst="rect">
            <a:avLst/>
          </a:prstGeom>
        </p:spPr>
      </p:pic>
      <p:sp>
        <p:nvSpPr>
          <p:cNvPr id="11" name="Text Placeholder 48">
            <a:extLst>
              <a:ext uri="{FF2B5EF4-FFF2-40B4-BE49-F238E27FC236}">
                <a16:creationId xmlns:a16="http://schemas.microsoft.com/office/drawing/2014/main" id="{64D7ACFE-7E34-1333-2F0A-8DAA0C9A26E5}"/>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3"/>
                </a:ext>
              </a:extLst>
            </a:blip>
            <a:srcRect/>
            <a:stretch>
              <a:fillRect l="-1"/>
            </a:stretch>
          </a:blipFill>
        </p:spPr>
        <p:txBody>
          <a:bodyPr/>
          <a:lstStyle/>
          <a:p>
            <a:pPr lvl="0"/>
            <a:r>
              <a:rPr lang="en-GB" dirty="0"/>
              <a:t> </a:t>
            </a:r>
          </a:p>
        </p:txBody>
      </p:sp>
      <p:grpSp>
        <p:nvGrpSpPr>
          <p:cNvPr id="8" name="Group 7">
            <a:extLst>
              <a:ext uri="{FF2B5EF4-FFF2-40B4-BE49-F238E27FC236}">
                <a16:creationId xmlns:a16="http://schemas.microsoft.com/office/drawing/2014/main" id="{65C6C512-0960-7683-CDA0-B78681B9CBE1}"/>
              </a:ext>
            </a:extLst>
          </p:cNvPr>
          <p:cNvGrpSpPr/>
          <p:nvPr userDrawn="1"/>
        </p:nvGrpSpPr>
        <p:grpSpPr>
          <a:xfrm>
            <a:off x="12479795" y="4713010"/>
            <a:ext cx="2604261" cy="2144990"/>
            <a:chOff x="12479795" y="4620677"/>
            <a:chExt cx="2604261" cy="2144990"/>
          </a:xfrm>
        </p:grpSpPr>
        <p:grpSp>
          <p:nvGrpSpPr>
            <p:cNvPr id="10" name="Group 9">
              <a:extLst>
                <a:ext uri="{FF2B5EF4-FFF2-40B4-BE49-F238E27FC236}">
                  <a16:creationId xmlns:a16="http://schemas.microsoft.com/office/drawing/2014/main" id="{D5FF3E2C-F2A7-006B-9CE9-34C8AF03BB4F}"/>
                </a:ext>
              </a:extLst>
            </p:cNvPr>
            <p:cNvGrpSpPr/>
            <p:nvPr userDrawn="1"/>
          </p:nvGrpSpPr>
          <p:grpSpPr bwMode="gray">
            <a:xfrm>
              <a:off x="12479795" y="4620677"/>
              <a:ext cx="2604261" cy="2144990"/>
              <a:chOff x="287524" y="320055"/>
              <a:chExt cx="2604261" cy="2144990"/>
            </a:xfrm>
          </p:grpSpPr>
          <p:sp>
            <p:nvSpPr>
              <p:cNvPr id="13" name="TextBox 12">
                <a:extLst>
                  <a:ext uri="{FF2B5EF4-FFF2-40B4-BE49-F238E27FC236}">
                    <a16:creationId xmlns:a16="http://schemas.microsoft.com/office/drawing/2014/main" id="{12A25C7B-50F7-87AA-B64E-A62E8E529DB1}"/>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14" name="Donut 24">
                <a:extLst>
                  <a:ext uri="{FF2B5EF4-FFF2-40B4-BE49-F238E27FC236}">
                    <a16:creationId xmlns:a16="http://schemas.microsoft.com/office/drawing/2014/main" id="{09ED1A3B-E923-EDE8-CADF-5C91DE11D40E}"/>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5" name="Freeform 7">
                <a:extLst>
                  <a:ext uri="{FF2B5EF4-FFF2-40B4-BE49-F238E27FC236}">
                    <a16:creationId xmlns:a16="http://schemas.microsoft.com/office/drawing/2014/main" id="{7690F5E3-FFCD-FE94-E844-8F7B0D69029D}"/>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2" name="Rectangle 11">
              <a:extLst>
                <a:ext uri="{FF2B5EF4-FFF2-40B4-BE49-F238E27FC236}">
                  <a16:creationId xmlns:a16="http://schemas.microsoft.com/office/drawing/2014/main" id="{4957BEAA-E911-B0CA-8382-79E6FE032C9B}"/>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Tree>
    <p:extLst>
      <p:ext uri="{BB962C8B-B14F-4D97-AF65-F5344CB8AC3E}">
        <p14:creationId xmlns:p14="http://schemas.microsoft.com/office/powerpoint/2010/main" val="3146444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divider #1">
    <p:bg bwMode="gray">
      <p:bgPr>
        <a:gradFill>
          <a:gsLst>
            <a:gs pos="0">
              <a:srgbClr val="3C3E6F"/>
            </a:gs>
            <a:gs pos="100000">
              <a:srgbClr val="C74A8D"/>
            </a:gs>
          </a:gsLst>
          <a:lin ang="18900000" scaled="1"/>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D0237F65-AE05-4632-94FE-507AEBAAD21C}" type="datetime1">
              <a:rPr lang="en-GB" smtClean="0"/>
              <a:t>25/09/2026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a:p>
        </p:txBody>
      </p:sp>
      <p:sp>
        <p:nvSpPr>
          <p:cNvPr id="7" name="Title 6">
            <a:extLst>
              <a:ext uri="{FF2B5EF4-FFF2-40B4-BE49-F238E27FC236}">
                <a16:creationId xmlns:a16="http://schemas.microsoft.com/office/drawing/2014/main" id="{FAC27028-5A31-B808-ADF1-46FD565FA94C}"/>
              </a:ext>
            </a:extLst>
          </p:cNvPr>
          <p:cNvSpPr>
            <a:spLocks noGrp="1"/>
          </p:cNvSpPr>
          <p:nvPr>
            <p:ph type="title" hasCustomPrompt="1"/>
          </p:nvPr>
        </p:nvSpPr>
        <p:spPr>
          <a:xfrm>
            <a:off x="550863" y="441326"/>
            <a:ext cx="3693477" cy="3601286"/>
          </a:xfrm>
        </p:spPr>
        <p:txBody>
          <a:bodyPr anchor="b">
            <a:normAutofit/>
          </a:bodyPr>
          <a:lstStyle>
            <a:lvl1pPr>
              <a:defRPr sz="3000" b="0">
                <a:solidFill>
                  <a:schemeClr val="tx1"/>
                </a:solidFill>
                <a:latin typeface="+mn-lt"/>
              </a:defRPr>
            </a:lvl1pPr>
          </a:lstStyle>
          <a:p>
            <a:r>
              <a:rPr lang="en-US" dirty="0"/>
              <a:t>Click to add section break here</a:t>
            </a:r>
            <a:endParaRPr lang="en-GB" dirty="0"/>
          </a:p>
        </p:txBody>
      </p:sp>
      <p:sp>
        <p:nvSpPr>
          <p:cNvPr id="11" name="Text Placeholder 10">
            <a:extLst>
              <a:ext uri="{FF2B5EF4-FFF2-40B4-BE49-F238E27FC236}">
                <a16:creationId xmlns:a16="http://schemas.microsoft.com/office/drawing/2014/main" id="{5609A192-986A-9A0E-9215-81119ADB9926}"/>
              </a:ext>
            </a:extLst>
          </p:cNvPr>
          <p:cNvSpPr>
            <a:spLocks noGrp="1"/>
          </p:cNvSpPr>
          <p:nvPr>
            <p:ph type="body" sz="quarter" idx="13" hasCustomPrompt="1"/>
          </p:nvPr>
        </p:nvSpPr>
        <p:spPr>
          <a:xfrm>
            <a:off x="550863" y="4042611"/>
            <a:ext cx="3693477" cy="1367589"/>
          </a:xfrm>
        </p:spPr>
        <p:txBody>
          <a:bodyPr tIns="180000"/>
          <a:lstStyle>
            <a:lvl1pPr marL="0" indent="0">
              <a:buNone/>
              <a:defRPr sz="1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add your section break subtitle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6" name="Picture Placeholder 8">
            <a:extLst>
              <a:ext uri="{FF2B5EF4-FFF2-40B4-BE49-F238E27FC236}">
                <a16:creationId xmlns:a16="http://schemas.microsoft.com/office/drawing/2014/main" id="{91CFEA10-31FA-DD24-797A-EDB4D74E38D7}"/>
              </a:ext>
            </a:extLst>
          </p:cNvPr>
          <p:cNvSpPr>
            <a:spLocks noGrp="1"/>
          </p:cNvSpPr>
          <p:nvPr>
            <p:ph type="pic" sz="quarter" idx="17" hasCustomPrompt="1"/>
          </p:nvPr>
        </p:nvSpPr>
        <p:spPr bwMode="gray">
          <a:xfrm>
            <a:off x="4766410" y="478580"/>
            <a:ext cx="6874728" cy="5938095"/>
          </a:xfrm>
          <a:custGeom>
            <a:avLst/>
            <a:gdLst>
              <a:gd name="csX0" fmla="*/ 610430 w 6043649"/>
              <a:gd name="csY0" fmla="*/ 0 h 5220244"/>
              <a:gd name="csX1" fmla="*/ 2116275 w 6043649"/>
              <a:gd name="csY1" fmla="*/ 327327 h 5220244"/>
              <a:gd name="csX2" fmla="*/ 2387720 w 6043649"/>
              <a:gd name="csY2" fmla="*/ 469669 h 5220244"/>
              <a:gd name="csX3" fmla="*/ 2899531 w 6043649"/>
              <a:gd name="csY3" fmla="*/ 833785 h 5220244"/>
              <a:gd name="csX4" fmla="*/ 3021823 w 6043649"/>
              <a:gd name="csY4" fmla="*/ 937095 h 5220244"/>
              <a:gd name="csX5" fmla="*/ 3144136 w 6043649"/>
              <a:gd name="csY5" fmla="*/ 833785 h 5220244"/>
              <a:gd name="csX6" fmla="*/ 3655948 w 6043649"/>
              <a:gd name="csY6" fmla="*/ 469669 h 5220244"/>
              <a:gd name="csX7" fmla="*/ 3927393 w 6043649"/>
              <a:gd name="csY7" fmla="*/ 327327 h 5220244"/>
              <a:gd name="csX8" fmla="*/ 5433240 w 6043649"/>
              <a:gd name="csY8" fmla="*/ 0 h 5220244"/>
              <a:gd name="csX9" fmla="*/ 6043649 w 6043649"/>
              <a:gd name="csY9" fmla="*/ 44520 h 5220244"/>
              <a:gd name="csX10" fmla="*/ 6043649 w 6043649"/>
              <a:gd name="csY10" fmla="*/ 4014822 h 5220244"/>
              <a:gd name="csX11" fmla="*/ 3022695 w 6043649"/>
              <a:gd name="csY11" fmla="*/ 5220244 h 5220244"/>
              <a:gd name="csX12" fmla="*/ 3021823 w 6043649"/>
              <a:gd name="csY12" fmla="*/ 5220244 h 5220244"/>
              <a:gd name="csX13" fmla="*/ 3020966 w 6043649"/>
              <a:gd name="csY13" fmla="*/ 5220244 h 5220244"/>
              <a:gd name="csX14" fmla="*/ 0 w 6043649"/>
              <a:gd name="csY14" fmla="*/ 4014822 h 5220244"/>
              <a:gd name="csX15" fmla="*/ 0 w 6043649"/>
              <a:gd name="csY15" fmla="*/ 44520 h 5220244"/>
              <a:gd name="csX16" fmla="*/ 610430 w 6043649"/>
              <a:gd name="csY16" fmla="*/ 0 h 52202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6043649" h="5220244">
                <a:moveTo>
                  <a:pt x="610430" y="0"/>
                </a:moveTo>
                <a:cubicBezTo>
                  <a:pt x="1155857" y="878"/>
                  <a:pt x="1657415" y="110217"/>
                  <a:pt x="2116275" y="327327"/>
                </a:cubicBezTo>
                <a:cubicBezTo>
                  <a:pt x="2208034" y="370584"/>
                  <a:pt x="2298315" y="416993"/>
                  <a:pt x="2387720" y="469669"/>
                </a:cubicBezTo>
                <a:cubicBezTo>
                  <a:pt x="2564881" y="574268"/>
                  <a:pt x="2735169" y="695756"/>
                  <a:pt x="2899531" y="833785"/>
                </a:cubicBezTo>
                <a:lnTo>
                  <a:pt x="3021823" y="937095"/>
                </a:lnTo>
                <a:lnTo>
                  <a:pt x="3144136" y="833785"/>
                </a:lnTo>
                <a:cubicBezTo>
                  <a:pt x="3308497" y="695756"/>
                  <a:pt x="3478787" y="574268"/>
                  <a:pt x="3655948" y="469669"/>
                </a:cubicBezTo>
                <a:cubicBezTo>
                  <a:pt x="3745351" y="416993"/>
                  <a:pt x="3835633" y="370584"/>
                  <a:pt x="3927393" y="327327"/>
                </a:cubicBezTo>
                <a:cubicBezTo>
                  <a:pt x="4386246" y="110217"/>
                  <a:pt x="4887811" y="878"/>
                  <a:pt x="5433240" y="0"/>
                </a:cubicBezTo>
                <a:cubicBezTo>
                  <a:pt x="5630496" y="0"/>
                  <a:pt x="5834289" y="16202"/>
                  <a:pt x="6043649" y="44520"/>
                </a:cubicBezTo>
                <a:lnTo>
                  <a:pt x="6043649" y="4014822"/>
                </a:lnTo>
                <a:cubicBezTo>
                  <a:pt x="5012559" y="4028790"/>
                  <a:pt x="4024634" y="4370345"/>
                  <a:pt x="3022695" y="5220244"/>
                </a:cubicBezTo>
                <a:lnTo>
                  <a:pt x="3021823" y="5220244"/>
                </a:lnTo>
                <a:lnTo>
                  <a:pt x="3020966" y="5220244"/>
                </a:lnTo>
                <a:cubicBezTo>
                  <a:pt x="2019034" y="4370345"/>
                  <a:pt x="1031107" y="4028790"/>
                  <a:pt x="0" y="4014822"/>
                </a:cubicBezTo>
                <a:lnTo>
                  <a:pt x="0" y="44520"/>
                </a:lnTo>
                <a:cubicBezTo>
                  <a:pt x="209378" y="16202"/>
                  <a:pt x="413175" y="0"/>
                  <a:pt x="610430" y="0"/>
                </a:cubicBezTo>
                <a:close/>
              </a:path>
            </a:pathLst>
          </a:custGeom>
        </p:spPr>
        <p:txBody>
          <a:bodyPr wrap="square" lIns="612000" tIns="3312000">
            <a:noAutofit/>
          </a:bodyPr>
          <a:lstStyle>
            <a:lvl1pPr algn="ctr">
              <a:defRPr sz="1050">
                <a:solidFill>
                  <a:schemeClr val="tx1">
                    <a:lumMod val="85000"/>
                  </a:schemeClr>
                </a:solidFill>
              </a:defRPr>
            </a:lvl1pPr>
          </a:lstStyle>
          <a:p>
            <a:pPr marL="0" marR="0" lvl="0" indent="0" algn="l" defTabSz="914400" rtl="0" eaLnBrk="1" fontAlgn="auto" latinLnBrk="0" hangingPunct="1">
              <a:lnSpc>
                <a:spcPct val="90000"/>
              </a:lnSpc>
              <a:spcBef>
                <a:spcPts val="0"/>
              </a:spcBef>
              <a:spcAft>
                <a:spcPts val="1500"/>
              </a:spcAft>
              <a:buClrTx/>
              <a:buSzTx/>
              <a:buFont typeface="Arial" panose="020B0604020202020204" pitchFamily="34" charset="0"/>
              <a:buNone/>
              <a:tabLst/>
              <a:defRPr/>
            </a:pPr>
            <a:r>
              <a:rPr lang="en-GB" dirty="0"/>
              <a:t>Click icon above to add a picture. See user tip to the right on how to position pictures.</a:t>
            </a:r>
          </a:p>
        </p:txBody>
      </p:sp>
      <p:pic>
        <p:nvPicPr>
          <p:cNvPr id="16" name="UoP logo">
            <a:extLst>
              <a:ext uri="{FF2B5EF4-FFF2-40B4-BE49-F238E27FC236}">
                <a16:creationId xmlns:a16="http://schemas.microsoft.com/office/drawing/2014/main" id="{996029B2-8260-5CF5-4CF1-368A5AA2FA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599158" y="5816329"/>
            <a:ext cx="2027641" cy="415825"/>
          </a:xfrm>
          <a:prstGeom prst="rect">
            <a:avLst/>
          </a:prstGeom>
        </p:spPr>
      </p:pic>
      <p:grpSp>
        <p:nvGrpSpPr>
          <p:cNvPr id="18" name="Group 17">
            <a:extLst>
              <a:ext uri="{FF2B5EF4-FFF2-40B4-BE49-F238E27FC236}">
                <a16:creationId xmlns:a16="http://schemas.microsoft.com/office/drawing/2014/main" id="{D7D665AE-1D2A-6569-4174-C87EE4F887EE}"/>
              </a:ext>
            </a:extLst>
          </p:cNvPr>
          <p:cNvGrpSpPr/>
          <p:nvPr userDrawn="1"/>
        </p:nvGrpSpPr>
        <p:grpSpPr>
          <a:xfrm>
            <a:off x="-2354165" y="1556095"/>
            <a:ext cx="2136050" cy="2405077"/>
            <a:chOff x="-2894937" y="237108"/>
            <a:chExt cx="2136050" cy="2405077"/>
          </a:xfrm>
        </p:grpSpPr>
        <p:pic>
          <p:nvPicPr>
            <p:cNvPr id="19" name="Graphic 18">
              <a:extLst>
                <a:ext uri="{FF2B5EF4-FFF2-40B4-BE49-F238E27FC236}">
                  <a16:creationId xmlns:a16="http://schemas.microsoft.com/office/drawing/2014/main" id="{4C40F797-106A-9AF9-5A1B-C4437EC847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20" name="Group 19">
              <a:extLst>
                <a:ext uri="{FF2B5EF4-FFF2-40B4-BE49-F238E27FC236}">
                  <a16:creationId xmlns:a16="http://schemas.microsoft.com/office/drawing/2014/main" id="{ACEA5248-7C65-3B25-2B78-48779003C19C}"/>
                </a:ext>
              </a:extLst>
            </p:cNvPr>
            <p:cNvGrpSpPr/>
            <p:nvPr/>
          </p:nvGrpSpPr>
          <p:grpSpPr bwMode="gray">
            <a:xfrm>
              <a:off x="-2788982" y="249901"/>
              <a:ext cx="2030095" cy="2392284"/>
              <a:chOff x="4421268" y="144673"/>
              <a:chExt cx="2030095" cy="2392284"/>
            </a:xfrm>
          </p:grpSpPr>
          <p:sp>
            <p:nvSpPr>
              <p:cNvPr id="21" name="TextBox 20">
                <a:extLst>
                  <a:ext uri="{FF2B5EF4-FFF2-40B4-BE49-F238E27FC236}">
                    <a16:creationId xmlns:a16="http://schemas.microsoft.com/office/drawing/2014/main" id="{B71D9D47-12A3-CDE5-3C11-8471639F13D9}"/>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section divider title  we always want to draw attention to one key word – to do this select your one key word from the title and change it to </a:t>
                </a:r>
                <a:r>
                  <a:rPr lang="en-GB" sz="1100" dirty="0">
                    <a:solidFill>
                      <a:srgbClr val="000000"/>
                    </a:solidFill>
                    <a:latin typeface="+mj-lt"/>
                  </a:rPr>
                  <a:t>60pt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22" name="Group 21">
                <a:extLst>
                  <a:ext uri="{FF2B5EF4-FFF2-40B4-BE49-F238E27FC236}">
                    <a16:creationId xmlns:a16="http://schemas.microsoft.com/office/drawing/2014/main" id="{8835842F-23A8-1B68-4423-27D6FA0280E4}"/>
                  </a:ext>
                </a:extLst>
              </p:cNvPr>
              <p:cNvGrpSpPr/>
              <p:nvPr/>
            </p:nvGrpSpPr>
            <p:grpSpPr bwMode="gray">
              <a:xfrm>
                <a:off x="4421269" y="144673"/>
                <a:ext cx="551687" cy="608260"/>
                <a:chOff x="2300506" y="500723"/>
                <a:chExt cx="551687" cy="608260"/>
              </a:xfrm>
            </p:grpSpPr>
            <p:sp>
              <p:nvSpPr>
                <p:cNvPr id="23" name="Donut 24">
                  <a:extLst>
                    <a:ext uri="{FF2B5EF4-FFF2-40B4-BE49-F238E27FC236}">
                      <a16:creationId xmlns:a16="http://schemas.microsoft.com/office/drawing/2014/main" id="{54B3608E-5DA2-A4F0-F6D6-E35C4E37F8F7}"/>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91A381C1-4701-06C7-C4C5-688B4B8698F8}"/>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grpSp>
        <p:nvGrpSpPr>
          <p:cNvPr id="31" name="Group 30">
            <a:extLst>
              <a:ext uri="{FF2B5EF4-FFF2-40B4-BE49-F238E27FC236}">
                <a16:creationId xmlns:a16="http://schemas.microsoft.com/office/drawing/2014/main" id="{C1A55A4D-B5A2-BC42-EB94-5CA61BD70E0B}"/>
              </a:ext>
            </a:extLst>
          </p:cNvPr>
          <p:cNvGrpSpPr/>
          <p:nvPr userDrawn="1"/>
        </p:nvGrpSpPr>
        <p:grpSpPr bwMode="gray">
          <a:xfrm>
            <a:off x="12500380" y="0"/>
            <a:ext cx="2855330" cy="2691294"/>
            <a:chOff x="287522" y="320055"/>
            <a:chExt cx="2855330" cy="2691294"/>
          </a:xfrm>
        </p:grpSpPr>
        <p:sp>
          <p:nvSpPr>
            <p:cNvPr id="32" name="TextBox 31">
              <a:extLst>
                <a:ext uri="{FF2B5EF4-FFF2-40B4-BE49-F238E27FC236}">
                  <a16:creationId xmlns:a16="http://schemas.microsoft.com/office/drawing/2014/main" id="{F87B76FC-B8A8-BDF5-440D-C8F3E6BABAB7}"/>
                </a:ext>
              </a:extLst>
            </p:cNvPr>
            <p:cNvSpPr txBox="1"/>
            <p:nvPr/>
          </p:nvSpPr>
          <p:spPr bwMode="gray">
            <a:xfrm>
              <a:off x="287522" y="1010801"/>
              <a:ext cx="2855330" cy="2000548"/>
            </a:xfrm>
            <a:prstGeom prst="rect">
              <a:avLst/>
            </a:prstGeom>
            <a:noFill/>
          </p:spPr>
          <p:txBody>
            <a:bodyPr wrap="square" lIns="0" tIns="0" rIns="0" bIns="0" rtlCol="0">
              <a:spAutoFit/>
            </a:bodyPr>
            <a:lstStyle/>
            <a:p>
              <a:r>
                <a:rPr lang="en-GB" sz="1000" dirty="0">
                  <a:solidFill>
                    <a:srgbClr val="000000"/>
                  </a:solidFill>
                </a:rPr>
                <a:t>If your picture</a:t>
              </a:r>
              <a:r>
                <a:rPr lang="en-GB" sz="1000" baseline="0" dirty="0">
                  <a:solidFill>
                    <a:srgbClr val="000000"/>
                  </a:solidFill>
                </a:rPr>
                <a:t> is </a:t>
              </a:r>
              <a:r>
                <a:rPr lang="en-GB" sz="1000" dirty="0">
                  <a:solidFill>
                    <a:srgbClr val="000000"/>
                  </a:solidFill>
                </a:rPr>
                <a:t>not</a:t>
              </a:r>
              <a:r>
                <a:rPr lang="en-GB" sz="1000" baseline="0" dirty="0">
                  <a:solidFill>
                    <a:srgbClr val="000000"/>
                  </a:solidFill>
                </a:rPr>
                <a:t> quite in the position</a:t>
              </a:r>
              <a:br>
                <a:rPr lang="en-GB" sz="1000" baseline="0" dirty="0">
                  <a:solidFill>
                    <a:srgbClr val="000000"/>
                  </a:solidFill>
                </a:rPr>
              </a:br>
              <a:r>
                <a:rPr lang="en-GB" sz="1000" baseline="0" dirty="0">
                  <a:solidFill>
                    <a:srgbClr val="000000"/>
                  </a:solidFill>
                </a:rPr>
                <a:t>you require after inserting a picture</a:t>
              </a:r>
              <a:r>
                <a:rPr lang="en-GB" sz="1000" dirty="0">
                  <a:solidFill>
                    <a:srgbClr val="000000"/>
                  </a:solidFill>
                </a:rPr>
                <a:t>.</a:t>
              </a:r>
            </a:p>
            <a:p>
              <a:r>
                <a:rPr lang="en-GB" sz="1000" dirty="0">
                  <a:solidFill>
                    <a:srgbClr val="000000"/>
                  </a:solidFill>
                </a:rPr>
                <a:t>&gt;Click on the picture</a:t>
              </a:r>
              <a:br>
                <a:rPr lang="en-GB" sz="1000" dirty="0">
                  <a:solidFill>
                    <a:srgbClr val="000000"/>
                  </a:solidFill>
                </a:rPr>
              </a:br>
              <a:r>
                <a:rPr lang="en-GB" sz="1000" dirty="0">
                  <a:solidFill>
                    <a:srgbClr val="000000"/>
                  </a:solidFill>
                </a:rPr>
                <a:t>&gt;Picture format</a:t>
              </a:r>
            </a:p>
            <a:p>
              <a:r>
                <a:rPr lang="en-GB" sz="1000" dirty="0">
                  <a:solidFill>
                    <a:srgbClr val="000000"/>
                  </a:solidFill>
                </a:rPr>
                <a:t>&gt;Crop</a:t>
              </a:r>
            </a:p>
            <a:p>
              <a:r>
                <a:rPr lang="en-GB" sz="1000" dirty="0">
                  <a:solidFill>
                    <a:srgbClr val="000000"/>
                  </a:solidFill>
                </a:rPr>
                <a:t>&gt;(from the dropdown box) Fill</a:t>
              </a:r>
            </a:p>
            <a:p>
              <a:r>
                <a:rPr lang="en-GB" sz="1000" baseline="0" dirty="0">
                  <a:solidFill>
                    <a:srgbClr val="000000"/>
                  </a:solidFill>
                </a:rPr>
                <a:t>(drag your picture to the position you require)</a:t>
              </a:r>
            </a:p>
            <a:p>
              <a:endParaRPr lang="en-GB" sz="1000" dirty="0">
                <a:solidFill>
                  <a:srgbClr val="000000"/>
                </a:solidFill>
              </a:endParaRPr>
            </a:p>
            <a:p>
              <a:endParaRPr lang="en-GB" sz="1000" baseline="0" dirty="0">
                <a:solidFill>
                  <a:srgbClr val="000000"/>
                </a:solidFill>
              </a:endParaRPr>
            </a:p>
            <a:p>
              <a:r>
                <a:rPr lang="en-GB" sz="1000" baseline="0" dirty="0">
                  <a:solidFill>
                    <a:srgbClr val="000000"/>
                  </a:solidFill>
                </a:rPr>
                <a:t>Finally…</a:t>
              </a:r>
            </a:p>
            <a:p>
              <a:r>
                <a:rPr lang="en-GB" sz="1000" baseline="0" dirty="0">
                  <a:solidFill>
                    <a:srgbClr val="000000"/>
                  </a:solidFill>
                </a:rPr>
                <a:t>&gt;Right click on picture</a:t>
              </a:r>
            </a:p>
            <a:p>
              <a:r>
                <a:rPr lang="en-GB" sz="1000" baseline="0" dirty="0">
                  <a:solidFill>
                    <a:srgbClr val="000000"/>
                  </a:solidFill>
                </a:rPr>
                <a:t>&gt;Send to Back</a:t>
              </a:r>
            </a:p>
            <a:p>
              <a:r>
                <a:rPr lang="en-GB" sz="1000" baseline="0" dirty="0">
                  <a:solidFill>
                    <a:srgbClr val="000000"/>
                  </a:solidFill>
                </a:rPr>
                <a:t>(this will ensure web address still shows)</a:t>
              </a:r>
            </a:p>
          </p:txBody>
        </p:sp>
        <p:grpSp>
          <p:nvGrpSpPr>
            <p:cNvPr id="33" name="Group 32">
              <a:extLst>
                <a:ext uri="{FF2B5EF4-FFF2-40B4-BE49-F238E27FC236}">
                  <a16:creationId xmlns:a16="http://schemas.microsoft.com/office/drawing/2014/main" id="{9175A7AD-FEA3-8BF0-89F7-3740E31C4F9B}"/>
                </a:ext>
              </a:extLst>
            </p:cNvPr>
            <p:cNvGrpSpPr>
              <a:grpSpLocks noChangeAspect="1"/>
            </p:cNvGrpSpPr>
            <p:nvPr userDrawn="1"/>
          </p:nvGrpSpPr>
          <p:grpSpPr bwMode="gray">
            <a:xfrm>
              <a:off x="407162" y="448083"/>
              <a:ext cx="335767" cy="274418"/>
              <a:chOff x="431" y="79"/>
              <a:chExt cx="4882" cy="3990"/>
            </a:xfrm>
            <a:solidFill>
              <a:schemeClr val="accent1"/>
            </a:solidFill>
          </p:grpSpPr>
          <p:sp>
            <p:nvSpPr>
              <p:cNvPr id="36" name="Oval 9">
                <a:extLst>
                  <a:ext uri="{FF2B5EF4-FFF2-40B4-BE49-F238E27FC236}">
                    <a16:creationId xmlns:a16="http://schemas.microsoft.com/office/drawing/2014/main" id="{88C97F1D-A8FF-D63E-D1C2-859297D598AF}"/>
                  </a:ext>
                </a:extLst>
              </p:cNvPr>
              <p:cNvSpPr>
                <a:spLocks noChangeArrowheads="1"/>
              </p:cNvSpPr>
              <p:nvPr/>
            </p:nvSpPr>
            <p:spPr bwMode="gray">
              <a:xfrm>
                <a:off x="1895" y="1299"/>
                <a:ext cx="1953" cy="195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0">
                <a:extLst>
                  <a:ext uri="{FF2B5EF4-FFF2-40B4-BE49-F238E27FC236}">
                    <a16:creationId xmlns:a16="http://schemas.microsoft.com/office/drawing/2014/main" id="{AA28BAED-B04C-D2BB-7960-944E896DB201}"/>
                  </a:ext>
                </a:extLst>
              </p:cNvPr>
              <p:cNvSpPr>
                <a:spLocks noEditPoints="1"/>
              </p:cNvSpPr>
              <p:nvPr/>
            </p:nvSpPr>
            <p:spPr bwMode="gray">
              <a:xfrm>
                <a:off x="431" y="79"/>
                <a:ext cx="4882" cy="3990"/>
              </a:xfrm>
              <a:custGeom>
                <a:avLst/>
                <a:gdLst>
                  <a:gd name="T0" fmla="*/ 736 w 800"/>
                  <a:gd name="T1" fmla="*/ 134 h 654"/>
                  <a:gd name="T2" fmla="*/ 622 w 800"/>
                  <a:gd name="T3" fmla="*/ 134 h 654"/>
                  <a:gd name="T4" fmla="*/ 569 w 800"/>
                  <a:gd name="T5" fmla="*/ 0 h 654"/>
                  <a:gd name="T6" fmla="*/ 231 w 800"/>
                  <a:gd name="T7" fmla="*/ 0 h 654"/>
                  <a:gd name="T8" fmla="*/ 178 w 800"/>
                  <a:gd name="T9" fmla="*/ 134 h 654"/>
                  <a:gd name="T10" fmla="*/ 160 w 800"/>
                  <a:gd name="T11" fmla="*/ 134 h 654"/>
                  <a:gd name="T12" fmla="*/ 160 w 800"/>
                  <a:gd name="T13" fmla="*/ 67 h 654"/>
                  <a:gd name="T14" fmla="*/ 80 w 800"/>
                  <a:gd name="T15" fmla="*/ 67 h 654"/>
                  <a:gd name="T16" fmla="*/ 80 w 800"/>
                  <a:gd name="T17" fmla="*/ 134 h 654"/>
                  <a:gd name="T18" fmla="*/ 64 w 800"/>
                  <a:gd name="T19" fmla="*/ 134 h 654"/>
                  <a:gd name="T20" fmla="*/ 0 w 800"/>
                  <a:gd name="T21" fmla="*/ 198 h 654"/>
                  <a:gd name="T22" fmla="*/ 0 w 800"/>
                  <a:gd name="T23" fmla="*/ 589 h 654"/>
                  <a:gd name="T24" fmla="*/ 64 w 800"/>
                  <a:gd name="T25" fmla="*/ 654 h 654"/>
                  <a:gd name="T26" fmla="*/ 736 w 800"/>
                  <a:gd name="T27" fmla="*/ 654 h 654"/>
                  <a:gd name="T28" fmla="*/ 800 w 800"/>
                  <a:gd name="T29" fmla="*/ 589 h 654"/>
                  <a:gd name="T30" fmla="*/ 800 w 800"/>
                  <a:gd name="T31" fmla="*/ 198 h 654"/>
                  <a:gd name="T32" fmla="*/ 736 w 800"/>
                  <a:gd name="T33" fmla="*/ 134 h 654"/>
                  <a:gd name="T34" fmla="*/ 133 w 800"/>
                  <a:gd name="T35" fmla="*/ 134 h 654"/>
                  <a:gd name="T36" fmla="*/ 107 w 800"/>
                  <a:gd name="T37" fmla="*/ 134 h 654"/>
                  <a:gd name="T38" fmla="*/ 107 w 800"/>
                  <a:gd name="T39" fmla="*/ 94 h 654"/>
                  <a:gd name="T40" fmla="*/ 133 w 800"/>
                  <a:gd name="T41" fmla="*/ 94 h 654"/>
                  <a:gd name="T42" fmla="*/ 133 w 800"/>
                  <a:gd name="T43" fmla="*/ 134 h 654"/>
                  <a:gd name="T44" fmla="*/ 400 w 800"/>
                  <a:gd name="T45" fmla="*/ 600 h 654"/>
                  <a:gd name="T46" fmla="*/ 160 w 800"/>
                  <a:gd name="T47" fmla="*/ 360 h 654"/>
                  <a:gd name="T48" fmla="*/ 400 w 800"/>
                  <a:gd name="T49" fmla="*/ 120 h 654"/>
                  <a:gd name="T50" fmla="*/ 640 w 800"/>
                  <a:gd name="T51" fmla="*/ 360 h 654"/>
                  <a:gd name="T52" fmla="*/ 400 w 800"/>
                  <a:gd name="T53" fmla="*/ 600 h 654"/>
                  <a:gd name="T54" fmla="*/ 693 w 800"/>
                  <a:gd name="T55" fmla="*/ 294 h 654"/>
                  <a:gd name="T56" fmla="*/ 640 w 800"/>
                  <a:gd name="T57" fmla="*/ 240 h 654"/>
                  <a:gd name="T58" fmla="*/ 693 w 800"/>
                  <a:gd name="T59" fmla="*/ 187 h 654"/>
                  <a:gd name="T60" fmla="*/ 747 w 800"/>
                  <a:gd name="T61" fmla="*/ 240 h 654"/>
                  <a:gd name="T62" fmla="*/ 693 w 800"/>
                  <a:gd name="T63" fmla="*/ 294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0" h="654">
                    <a:moveTo>
                      <a:pt x="736" y="134"/>
                    </a:moveTo>
                    <a:lnTo>
                      <a:pt x="622" y="134"/>
                    </a:lnTo>
                    <a:lnTo>
                      <a:pt x="569" y="0"/>
                    </a:lnTo>
                    <a:lnTo>
                      <a:pt x="231" y="0"/>
                    </a:lnTo>
                    <a:lnTo>
                      <a:pt x="178" y="134"/>
                    </a:lnTo>
                    <a:lnTo>
                      <a:pt x="160" y="134"/>
                    </a:lnTo>
                    <a:lnTo>
                      <a:pt x="160" y="67"/>
                    </a:lnTo>
                    <a:lnTo>
                      <a:pt x="80" y="67"/>
                    </a:lnTo>
                    <a:lnTo>
                      <a:pt x="80" y="134"/>
                    </a:lnTo>
                    <a:lnTo>
                      <a:pt x="64" y="134"/>
                    </a:lnTo>
                    <a:cubicBezTo>
                      <a:pt x="29" y="134"/>
                      <a:pt x="0" y="162"/>
                      <a:pt x="0" y="198"/>
                    </a:cubicBezTo>
                    <a:lnTo>
                      <a:pt x="0" y="589"/>
                    </a:lnTo>
                    <a:cubicBezTo>
                      <a:pt x="0" y="625"/>
                      <a:pt x="29" y="654"/>
                      <a:pt x="64" y="654"/>
                    </a:cubicBezTo>
                    <a:lnTo>
                      <a:pt x="736" y="654"/>
                    </a:lnTo>
                    <a:cubicBezTo>
                      <a:pt x="771" y="654"/>
                      <a:pt x="800" y="625"/>
                      <a:pt x="800" y="589"/>
                    </a:cubicBezTo>
                    <a:lnTo>
                      <a:pt x="800" y="198"/>
                    </a:lnTo>
                    <a:cubicBezTo>
                      <a:pt x="800" y="162"/>
                      <a:pt x="771" y="134"/>
                      <a:pt x="736" y="134"/>
                    </a:cubicBezTo>
                    <a:close/>
                    <a:moveTo>
                      <a:pt x="133" y="134"/>
                    </a:moveTo>
                    <a:lnTo>
                      <a:pt x="107" y="134"/>
                    </a:lnTo>
                    <a:lnTo>
                      <a:pt x="107" y="94"/>
                    </a:lnTo>
                    <a:lnTo>
                      <a:pt x="133" y="94"/>
                    </a:lnTo>
                    <a:lnTo>
                      <a:pt x="133" y="134"/>
                    </a:lnTo>
                    <a:close/>
                    <a:moveTo>
                      <a:pt x="400" y="600"/>
                    </a:moveTo>
                    <a:cubicBezTo>
                      <a:pt x="268" y="600"/>
                      <a:pt x="160" y="493"/>
                      <a:pt x="160" y="360"/>
                    </a:cubicBezTo>
                    <a:cubicBezTo>
                      <a:pt x="160" y="228"/>
                      <a:pt x="268" y="120"/>
                      <a:pt x="400" y="120"/>
                    </a:cubicBezTo>
                    <a:cubicBezTo>
                      <a:pt x="532" y="120"/>
                      <a:pt x="640" y="228"/>
                      <a:pt x="640" y="360"/>
                    </a:cubicBezTo>
                    <a:cubicBezTo>
                      <a:pt x="640" y="493"/>
                      <a:pt x="532" y="600"/>
                      <a:pt x="400" y="600"/>
                    </a:cubicBezTo>
                    <a:close/>
                    <a:moveTo>
                      <a:pt x="693" y="294"/>
                    </a:moveTo>
                    <a:cubicBezTo>
                      <a:pt x="664" y="294"/>
                      <a:pt x="640" y="270"/>
                      <a:pt x="640" y="240"/>
                    </a:cubicBezTo>
                    <a:cubicBezTo>
                      <a:pt x="640" y="211"/>
                      <a:pt x="664" y="187"/>
                      <a:pt x="693" y="187"/>
                    </a:cubicBezTo>
                    <a:cubicBezTo>
                      <a:pt x="723" y="187"/>
                      <a:pt x="747" y="211"/>
                      <a:pt x="747" y="240"/>
                    </a:cubicBezTo>
                    <a:cubicBezTo>
                      <a:pt x="747" y="270"/>
                      <a:pt x="723" y="294"/>
                      <a:pt x="693" y="29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
          <p:nvSpPr>
            <p:cNvPr id="34" name="Donut 24">
              <a:extLst>
                <a:ext uri="{FF2B5EF4-FFF2-40B4-BE49-F238E27FC236}">
                  <a16:creationId xmlns:a16="http://schemas.microsoft.com/office/drawing/2014/main" id="{BAB04B62-C659-932E-FA27-D395D44DEE1D}"/>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5" name="Freeform 45">
              <a:extLst>
                <a:ext uri="{FF2B5EF4-FFF2-40B4-BE49-F238E27FC236}">
                  <a16:creationId xmlns:a16="http://schemas.microsoft.com/office/drawing/2014/main" id="{27264711-B377-859D-DE25-BDBF01AFF793}"/>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43" name="Text Placeholder 48">
            <a:extLst>
              <a:ext uri="{FF2B5EF4-FFF2-40B4-BE49-F238E27FC236}">
                <a16:creationId xmlns:a16="http://schemas.microsoft.com/office/drawing/2014/main" id="{A998350A-08C6-EC93-CF45-E91719966742}"/>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5" name="Group 4">
            <a:extLst>
              <a:ext uri="{FF2B5EF4-FFF2-40B4-BE49-F238E27FC236}">
                <a16:creationId xmlns:a16="http://schemas.microsoft.com/office/drawing/2014/main" id="{755F41CC-7B73-53F4-FCD9-23436A085CF2}"/>
              </a:ext>
            </a:extLst>
          </p:cNvPr>
          <p:cNvGrpSpPr/>
          <p:nvPr userDrawn="1"/>
        </p:nvGrpSpPr>
        <p:grpSpPr>
          <a:xfrm>
            <a:off x="12479795" y="4713010"/>
            <a:ext cx="2604261" cy="2144990"/>
            <a:chOff x="12479795" y="4620677"/>
            <a:chExt cx="2604261" cy="2144990"/>
          </a:xfrm>
        </p:grpSpPr>
        <p:grpSp>
          <p:nvGrpSpPr>
            <p:cNvPr id="13" name="Group 12">
              <a:extLst>
                <a:ext uri="{FF2B5EF4-FFF2-40B4-BE49-F238E27FC236}">
                  <a16:creationId xmlns:a16="http://schemas.microsoft.com/office/drawing/2014/main" id="{8552050A-4366-96A9-2701-BEB1C2415AD5}"/>
                </a:ext>
              </a:extLst>
            </p:cNvPr>
            <p:cNvGrpSpPr/>
            <p:nvPr userDrawn="1"/>
          </p:nvGrpSpPr>
          <p:grpSpPr bwMode="gray">
            <a:xfrm>
              <a:off x="12479795" y="4620677"/>
              <a:ext cx="2604261" cy="2144990"/>
              <a:chOff x="287524" y="320055"/>
              <a:chExt cx="2604261" cy="2144990"/>
            </a:xfrm>
          </p:grpSpPr>
          <p:sp>
            <p:nvSpPr>
              <p:cNvPr id="25" name="TextBox 24">
                <a:extLst>
                  <a:ext uri="{FF2B5EF4-FFF2-40B4-BE49-F238E27FC236}">
                    <a16:creationId xmlns:a16="http://schemas.microsoft.com/office/drawing/2014/main" id="{E198BD2F-BD17-A331-9F39-55546D9036F6}"/>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26" name="Donut 24">
                <a:extLst>
                  <a:ext uri="{FF2B5EF4-FFF2-40B4-BE49-F238E27FC236}">
                    <a16:creationId xmlns:a16="http://schemas.microsoft.com/office/drawing/2014/main" id="{52B45C61-F189-B377-970C-9418F0B723F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7">
                <a:extLst>
                  <a:ext uri="{FF2B5EF4-FFF2-40B4-BE49-F238E27FC236}">
                    <a16:creationId xmlns:a16="http://schemas.microsoft.com/office/drawing/2014/main" id="{E3EFD2DE-9219-C3E1-5329-12005CE3509E}"/>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7" name="Rectangle 16">
              <a:extLst>
                <a:ext uri="{FF2B5EF4-FFF2-40B4-BE49-F238E27FC236}">
                  <a16:creationId xmlns:a16="http://schemas.microsoft.com/office/drawing/2014/main" id="{2A0559E9-8FD8-317F-C1CA-0F4A5125FA90}"/>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Tree>
    <p:extLst>
      <p:ext uri="{BB962C8B-B14F-4D97-AF65-F5344CB8AC3E}">
        <p14:creationId xmlns:p14="http://schemas.microsoft.com/office/powerpoint/2010/main" val="158503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2">
    <p:bg bwMode="ltGray">
      <p:bgPr>
        <a:gradFill>
          <a:gsLst>
            <a:gs pos="0">
              <a:srgbClr val="1D347E"/>
            </a:gs>
            <a:gs pos="100000">
              <a:srgbClr val="3C3E6F"/>
            </a:gs>
          </a:gsLst>
          <a:lin ang="18900000" scaled="1"/>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D0237F65-AE05-4632-94FE-507AEBAAD21C}" type="datetime1">
              <a:rPr lang="en-GB" smtClean="0"/>
              <a:t>25/09/2026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a:p>
        </p:txBody>
      </p:sp>
      <p:sp>
        <p:nvSpPr>
          <p:cNvPr id="7" name="Title 6">
            <a:extLst>
              <a:ext uri="{FF2B5EF4-FFF2-40B4-BE49-F238E27FC236}">
                <a16:creationId xmlns:a16="http://schemas.microsoft.com/office/drawing/2014/main" id="{FAC27028-5A31-B808-ADF1-46FD565FA94C}"/>
              </a:ext>
            </a:extLst>
          </p:cNvPr>
          <p:cNvSpPr>
            <a:spLocks noGrp="1"/>
          </p:cNvSpPr>
          <p:nvPr>
            <p:ph type="title" hasCustomPrompt="1"/>
          </p:nvPr>
        </p:nvSpPr>
        <p:spPr>
          <a:xfrm>
            <a:off x="550863" y="441326"/>
            <a:ext cx="4950905" cy="3601286"/>
          </a:xfrm>
        </p:spPr>
        <p:txBody>
          <a:bodyPr anchor="b">
            <a:normAutofit/>
          </a:bodyPr>
          <a:lstStyle>
            <a:lvl1pPr>
              <a:defRPr sz="3000" b="0">
                <a:solidFill>
                  <a:schemeClr val="tx1"/>
                </a:solidFill>
                <a:latin typeface="+mn-lt"/>
              </a:defRPr>
            </a:lvl1pPr>
          </a:lstStyle>
          <a:p>
            <a:r>
              <a:rPr lang="en-US" dirty="0"/>
              <a:t>Click to add section break here</a:t>
            </a:r>
            <a:endParaRPr lang="en-GB" dirty="0"/>
          </a:p>
        </p:txBody>
      </p:sp>
      <p:sp>
        <p:nvSpPr>
          <p:cNvPr id="11" name="Text Placeholder 10">
            <a:extLst>
              <a:ext uri="{FF2B5EF4-FFF2-40B4-BE49-F238E27FC236}">
                <a16:creationId xmlns:a16="http://schemas.microsoft.com/office/drawing/2014/main" id="{5609A192-986A-9A0E-9215-81119ADB9926}"/>
              </a:ext>
            </a:extLst>
          </p:cNvPr>
          <p:cNvSpPr>
            <a:spLocks noGrp="1"/>
          </p:cNvSpPr>
          <p:nvPr>
            <p:ph type="body" sz="quarter" idx="13" hasCustomPrompt="1"/>
          </p:nvPr>
        </p:nvSpPr>
        <p:spPr>
          <a:xfrm>
            <a:off x="550863" y="4042611"/>
            <a:ext cx="4950905" cy="1367589"/>
          </a:xfrm>
        </p:spPr>
        <p:txBody>
          <a:bodyPr tIns="180000"/>
          <a:lstStyle>
            <a:lvl1pPr marL="0" indent="0">
              <a:buNone/>
              <a:defRPr sz="1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dirty="0"/>
              <a:t>Click to add your section break subtitle here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6" name="UoP logo">
            <a:extLst>
              <a:ext uri="{FF2B5EF4-FFF2-40B4-BE49-F238E27FC236}">
                <a16:creationId xmlns:a16="http://schemas.microsoft.com/office/drawing/2014/main" id="{996029B2-8260-5CF5-4CF1-368A5AA2FA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599158" y="5816329"/>
            <a:ext cx="2027641" cy="415825"/>
          </a:xfrm>
          <a:prstGeom prst="rect">
            <a:avLst/>
          </a:prstGeom>
        </p:spPr>
      </p:pic>
      <p:grpSp>
        <p:nvGrpSpPr>
          <p:cNvPr id="18" name="Group 17">
            <a:extLst>
              <a:ext uri="{FF2B5EF4-FFF2-40B4-BE49-F238E27FC236}">
                <a16:creationId xmlns:a16="http://schemas.microsoft.com/office/drawing/2014/main" id="{D7D665AE-1D2A-6569-4174-C87EE4F887EE}"/>
              </a:ext>
            </a:extLst>
          </p:cNvPr>
          <p:cNvGrpSpPr/>
          <p:nvPr userDrawn="1"/>
        </p:nvGrpSpPr>
        <p:grpSpPr>
          <a:xfrm>
            <a:off x="-2354165" y="1556095"/>
            <a:ext cx="2136050" cy="2405077"/>
            <a:chOff x="-2894937" y="237108"/>
            <a:chExt cx="2136050" cy="2405077"/>
          </a:xfrm>
        </p:grpSpPr>
        <p:pic>
          <p:nvPicPr>
            <p:cNvPr id="19" name="Graphic 18">
              <a:extLst>
                <a:ext uri="{FF2B5EF4-FFF2-40B4-BE49-F238E27FC236}">
                  <a16:creationId xmlns:a16="http://schemas.microsoft.com/office/drawing/2014/main" id="{4C40F797-106A-9AF9-5A1B-C4437EC8471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4937" y="237108"/>
              <a:ext cx="688256" cy="666680"/>
            </a:xfrm>
            <a:prstGeom prst="rect">
              <a:avLst/>
            </a:prstGeom>
          </p:spPr>
        </p:pic>
        <p:grpSp>
          <p:nvGrpSpPr>
            <p:cNvPr id="20" name="Group 19">
              <a:extLst>
                <a:ext uri="{FF2B5EF4-FFF2-40B4-BE49-F238E27FC236}">
                  <a16:creationId xmlns:a16="http://schemas.microsoft.com/office/drawing/2014/main" id="{ACEA5248-7C65-3B25-2B78-48779003C19C}"/>
                </a:ext>
              </a:extLst>
            </p:cNvPr>
            <p:cNvGrpSpPr/>
            <p:nvPr/>
          </p:nvGrpSpPr>
          <p:grpSpPr bwMode="gray">
            <a:xfrm>
              <a:off x="-2788982" y="249901"/>
              <a:ext cx="2030095" cy="2392284"/>
              <a:chOff x="4421268" y="144673"/>
              <a:chExt cx="2030095" cy="2392284"/>
            </a:xfrm>
          </p:grpSpPr>
          <p:sp>
            <p:nvSpPr>
              <p:cNvPr id="21" name="TextBox 20">
                <a:extLst>
                  <a:ext uri="{FF2B5EF4-FFF2-40B4-BE49-F238E27FC236}">
                    <a16:creationId xmlns:a16="http://schemas.microsoft.com/office/drawing/2014/main" id="{B71D9D47-12A3-CDE5-3C11-8471639F13D9}"/>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section divider title  we always want to draw attention to one key word – to do this select your one key word from the title and change it to </a:t>
                </a:r>
                <a:r>
                  <a:rPr lang="en-GB" sz="1100" dirty="0">
                    <a:solidFill>
                      <a:srgbClr val="000000"/>
                    </a:solidFill>
                    <a:latin typeface="+mj-lt"/>
                  </a:rPr>
                  <a:t>60pt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22" name="Group 21">
                <a:extLst>
                  <a:ext uri="{FF2B5EF4-FFF2-40B4-BE49-F238E27FC236}">
                    <a16:creationId xmlns:a16="http://schemas.microsoft.com/office/drawing/2014/main" id="{8835842F-23A8-1B68-4423-27D6FA0280E4}"/>
                  </a:ext>
                </a:extLst>
              </p:cNvPr>
              <p:cNvGrpSpPr/>
              <p:nvPr/>
            </p:nvGrpSpPr>
            <p:grpSpPr bwMode="gray">
              <a:xfrm>
                <a:off x="4421269" y="144673"/>
                <a:ext cx="551687" cy="608260"/>
                <a:chOff x="2300506" y="500723"/>
                <a:chExt cx="551687" cy="608260"/>
              </a:xfrm>
            </p:grpSpPr>
            <p:sp>
              <p:nvSpPr>
                <p:cNvPr id="23" name="Donut 24">
                  <a:extLst>
                    <a:ext uri="{FF2B5EF4-FFF2-40B4-BE49-F238E27FC236}">
                      <a16:creationId xmlns:a16="http://schemas.microsoft.com/office/drawing/2014/main" id="{54B3608E-5DA2-A4F0-F6D6-E35C4E37F8F7}"/>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91A381C1-4701-06C7-C4C5-688B4B8698F8}"/>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43" name="Text Placeholder 48">
            <a:extLst>
              <a:ext uri="{FF2B5EF4-FFF2-40B4-BE49-F238E27FC236}">
                <a16:creationId xmlns:a16="http://schemas.microsoft.com/office/drawing/2014/main" id="{A998350A-08C6-EC93-CF45-E91719966742}"/>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5" name="Group 4">
            <a:extLst>
              <a:ext uri="{FF2B5EF4-FFF2-40B4-BE49-F238E27FC236}">
                <a16:creationId xmlns:a16="http://schemas.microsoft.com/office/drawing/2014/main" id="{755F41CC-7B73-53F4-FCD9-23436A085CF2}"/>
              </a:ext>
            </a:extLst>
          </p:cNvPr>
          <p:cNvGrpSpPr/>
          <p:nvPr userDrawn="1"/>
        </p:nvGrpSpPr>
        <p:grpSpPr>
          <a:xfrm>
            <a:off x="12479795" y="4713010"/>
            <a:ext cx="2604261" cy="2144990"/>
            <a:chOff x="12479795" y="4620677"/>
            <a:chExt cx="2604261" cy="2144990"/>
          </a:xfrm>
        </p:grpSpPr>
        <p:grpSp>
          <p:nvGrpSpPr>
            <p:cNvPr id="13" name="Group 12">
              <a:extLst>
                <a:ext uri="{FF2B5EF4-FFF2-40B4-BE49-F238E27FC236}">
                  <a16:creationId xmlns:a16="http://schemas.microsoft.com/office/drawing/2014/main" id="{8552050A-4366-96A9-2701-BEB1C2415AD5}"/>
                </a:ext>
              </a:extLst>
            </p:cNvPr>
            <p:cNvGrpSpPr/>
            <p:nvPr userDrawn="1"/>
          </p:nvGrpSpPr>
          <p:grpSpPr bwMode="gray">
            <a:xfrm>
              <a:off x="12479795" y="4620677"/>
              <a:ext cx="2604261" cy="2144990"/>
              <a:chOff x="287524" y="320055"/>
              <a:chExt cx="2604261" cy="2144990"/>
            </a:xfrm>
          </p:grpSpPr>
          <p:sp>
            <p:nvSpPr>
              <p:cNvPr id="25" name="TextBox 24">
                <a:extLst>
                  <a:ext uri="{FF2B5EF4-FFF2-40B4-BE49-F238E27FC236}">
                    <a16:creationId xmlns:a16="http://schemas.microsoft.com/office/drawing/2014/main" id="{E198BD2F-BD17-A331-9F39-55546D9036F6}"/>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26" name="Donut 24">
                <a:extLst>
                  <a:ext uri="{FF2B5EF4-FFF2-40B4-BE49-F238E27FC236}">
                    <a16:creationId xmlns:a16="http://schemas.microsoft.com/office/drawing/2014/main" id="{52B45C61-F189-B377-970C-9418F0B723F2}"/>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7" name="Freeform 7">
                <a:extLst>
                  <a:ext uri="{FF2B5EF4-FFF2-40B4-BE49-F238E27FC236}">
                    <a16:creationId xmlns:a16="http://schemas.microsoft.com/office/drawing/2014/main" id="{E3EFD2DE-9219-C3E1-5329-12005CE3509E}"/>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17" name="Rectangle 16">
              <a:extLst>
                <a:ext uri="{FF2B5EF4-FFF2-40B4-BE49-F238E27FC236}">
                  <a16:creationId xmlns:a16="http://schemas.microsoft.com/office/drawing/2014/main" id="{2A0559E9-8FD8-317F-C1CA-0F4A5125FA90}"/>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
        <p:nvSpPr>
          <p:cNvPr id="15" name="Freeform: Shape 14">
            <a:extLst>
              <a:ext uri="{FF2B5EF4-FFF2-40B4-BE49-F238E27FC236}">
                <a16:creationId xmlns:a16="http://schemas.microsoft.com/office/drawing/2014/main" id="{1EA56B65-B686-1AB5-3C5C-142FB515541D}"/>
              </a:ext>
            </a:extLst>
          </p:cNvPr>
          <p:cNvSpPr/>
          <p:nvPr/>
        </p:nvSpPr>
        <p:spPr>
          <a:xfrm flipV="1">
            <a:off x="6095837" y="1964684"/>
            <a:ext cx="6128383" cy="4931736"/>
          </a:xfrm>
          <a:custGeom>
            <a:avLst/>
            <a:gdLst>
              <a:gd name="csX0" fmla="*/ 799766 w 6128383"/>
              <a:gd name="csY0" fmla="*/ 4931736 h 4931736"/>
              <a:gd name="csX1" fmla="*/ 2772674 w 6128383"/>
              <a:gd name="csY1" fmla="*/ 4502886 h 4931736"/>
              <a:gd name="csX2" fmla="*/ 3128313 w 6128383"/>
              <a:gd name="csY2" fmla="*/ 4316395 h 4931736"/>
              <a:gd name="csX3" fmla="*/ 3798871 w 6128383"/>
              <a:gd name="csY3" fmla="*/ 3839342 h 4931736"/>
              <a:gd name="csX4" fmla="*/ 3959094 w 6128383"/>
              <a:gd name="csY4" fmla="*/ 3703988 h 4931736"/>
              <a:gd name="csX5" fmla="*/ 4119345 w 6128383"/>
              <a:gd name="csY5" fmla="*/ 3839342 h 4931736"/>
              <a:gd name="csX6" fmla="*/ 4789904 w 6128383"/>
              <a:gd name="csY6" fmla="*/ 4316395 h 4931736"/>
              <a:gd name="csX7" fmla="*/ 5145542 w 6128383"/>
              <a:gd name="csY7" fmla="*/ 4502886 h 4931736"/>
              <a:gd name="csX8" fmla="*/ 6089462 w 6128383"/>
              <a:gd name="csY8" fmla="*/ 4823549 h 4931736"/>
              <a:gd name="csX9" fmla="*/ 6128383 w 6128383"/>
              <a:gd name="csY9" fmla="*/ 4830888 h 4931736"/>
              <a:gd name="csX10" fmla="*/ 6128383 w 6128383"/>
              <a:gd name="csY10" fmla="*/ 0 h 4931736"/>
              <a:gd name="csX11" fmla="*/ 0 w 6128383"/>
              <a:gd name="csY11" fmla="*/ 0 h 4931736"/>
              <a:gd name="csX12" fmla="*/ 0 w 6128383"/>
              <a:gd name="csY12" fmla="*/ 4873409 h 4931736"/>
              <a:gd name="csX13" fmla="*/ 799766 w 6128383"/>
              <a:gd name="csY13" fmla="*/ 4931736 h 49317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128383" h="4931736">
                <a:moveTo>
                  <a:pt x="799766" y="4931736"/>
                </a:moveTo>
                <a:cubicBezTo>
                  <a:pt x="1514367" y="4930588"/>
                  <a:pt x="2171490" y="4787335"/>
                  <a:pt x="2772674" y="4502886"/>
                </a:cubicBezTo>
                <a:cubicBezTo>
                  <a:pt x="2892894" y="4446211"/>
                  <a:pt x="3011178" y="4385407"/>
                  <a:pt x="3128313" y="4316395"/>
                </a:cubicBezTo>
                <a:cubicBezTo>
                  <a:pt x="3360423" y="4179353"/>
                  <a:pt x="3583529" y="4020180"/>
                  <a:pt x="3798871" y="3839342"/>
                </a:cubicBezTo>
                <a:lnTo>
                  <a:pt x="3959094" y="3703988"/>
                </a:lnTo>
                <a:lnTo>
                  <a:pt x="4119345" y="3839342"/>
                </a:lnTo>
                <a:cubicBezTo>
                  <a:pt x="4334687" y="4020180"/>
                  <a:pt x="4557794" y="4179353"/>
                  <a:pt x="4789904" y="4316395"/>
                </a:cubicBezTo>
                <a:cubicBezTo>
                  <a:pt x="4907038" y="4385407"/>
                  <a:pt x="5025320" y="4446211"/>
                  <a:pt x="5145542" y="4502886"/>
                </a:cubicBezTo>
                <a:cubicBezTo>
                  <a:pt x="5446129" y="4645111"/>
                  <a:pt x="5760706" y="4752036"/>
                  <a:pt x="6089462" y="4823549"/>
                </a:cubicBezTo>
                <a:lnTo>
                  <a:pt x="6128383" y="4830888"/>
                </a:lnTo>
                <a:lnTo>
                  <a:pt x="6128383" y="0"/>
                </a:lnTo>
                <a:lnTo>
                  <a:pt x="0" y="0"/>
                </a:lnTo>
                <a:lnTo>
                  <a:pt x="0" y="4873409"/>
                </a:lnTo>
                <a:cubicBezTo>
                  <a:pt x="274320" y="4910511"/>
                  <a:pt x="541330" y="4931736"/>
                  <a:pt x="799766" y="4931736"/>
                </a:cubicBezTo>
                <a:close/>
              </a:path>
            </a:pathLst>
          </a:custGeom>
          <a:noFill/>
          <a:ln w="12700" cap="flat">
            <a:solidFill>
              <a:srgbClr val="FFFFFF"/>
            </a:solidFill>
            <a:prstDash val="solid"/>
            <a:miter/>
          </a:ln>
        </p:spPr>
        <p:txBody>
          <a:bodyPr wrap="square">
            <a:noAutofit/>
          </a:bodyPr>
          <a:lstStyle/>
          <a:p>
            <a:endParaRPr lang="en-GB"/>
          </a:p>
        </p:txBody>
      </p:sp>
    </p:spTree>
    <p:extLst>
      <p:ext uri="{BB962C8B-B14F-4D97-AF65-F5344CB8AC3E}">
        <p14:creationId xmlns:p14="http://schemas.microsoft.com/office/powerpoint/2010/main" val="3601917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nd slide">
    <p:bg bwMode="lt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208FA-D388-3C5F-15EE-3BCF3D8C0852}"/>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8E18FA4D-5E4F-2565-D0F1-8DC07D045387}"/>
              </a:ext>
            </a:extLst>
          </p:cNvPr>
          <p:cNvSpPr>
            <a:spLocks noGrp="1"/>
          </p:cNvSpPr>
          <p:nvPr>
            <p:ph type="ftr" sz="quarter" idx="11"/>
          </p:nvPr>
        </p:nvSpPr>
        <p:spPr/>
        <p:txBody>
          <a:bodyPr/>
          <a:lstStyle/>
          <a:p>
            <a:r>
              <a:rPr lang="en-GB" dirty="0"/>
              <a:t>Copyright University of Plymouth 2026</a:t>
            </a:r>
          </a:p>
        </p:txBody>
      </p:sp>
      <p:sp>
        <p:nvSpPr>
          <p:cNvPr id="4" name="Slide Number Placeholder 3">
            <a:extLst>
              <a:ext uri="{FF2B5EF4-FFF2-40B4-BE49-F238E27FC236}">
                <a16:creationId xmlns:a16="http://schemas.microsoft.com/office/drawing/2014/main" id="{F28E02E3-9230-A076-B408-234FB1EEC548}"/>
              </a:ext>
            </a:extLst>
          </p:cNvPr>
          <p:cNvSpPr>
            <a:spLocks noGrp="1"/>
          </p:cNvSpPr>
          <p:nvPr>
            <p:ph type="sldNum" sz="quarter" idx="12"/>
          </p:nvPr>
        </p:nvSpPr>
        <p:spPr/>
        <p:txBody>
          <a:bodyPr/>
          <a:lstStyle/>
          <a:p>
            <a:fld id="{FC35CEA3-87EB-447D-B809-4C40576A5817}" type="slidenum">
              <a:rPr lang="en-GB" smtClean="0"/>
              <a:t>‹#›</a:t>
            </a:fld>
            <a:endParaRPr lang="en-GB" dirty="0"/>
          </a:p>
        </p:txBody>
      </p:sp>
      <p:pic>
        <p:nvPicPr>
          <p:cNvPr id="93" name="book master" hidden="1">
            <a:extLst>
              <a:ext uri="{FF2B5EF4-FFF2-40B4-BE49-F238E27FC236}">
                <a16:creationId xmlns:a16="http://schemas.microsoft.com/office/drawing/2014/main" id="{73832ED4-066E-F1C9-3E36-009C0F24DDA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359931" y="28575"/>
            <a:ext cx="4131857" cy="3567793"/>
          </a:xfrm>
          <a:prstGeom prst="rect">
            <a:avLst/>
          </a:prstGeom>
        </p:spPr>
      </p:pic>
      <p:sp>
        <p:nvSpPr>
          <p:cNvPr id="17" name="Book for plain" hidden="1">
            <a:extLst>
              <a:ext uri="{FF2B5EF4-FFF2-40B4-BE49-F238E27FC236}">
                <a16:creationId xmlns:a16="http://schemas.microsoft.com/office/drawing/2014/main" id="{4C68E671-7D29-7704-3881-73364A0AADAB}"/>
              </a:ext>
            </a:extLst>
          </p:cNvPr>
          <p:cNvSpPr/>
          <p:nvPr userDrawn="1"/>
        </p:nvSpPr>
        <p:spPr>
          <a:xfrm flipV="1">
            <a:off x="4802342" y="2311594"/>
            <a:ext cx="2587317" cy="2234812"/>
          </a:xfrm>
          <a:custGeom>
            <a:avLst/>
            <a:gdLst>
              <a:gd name="csX0" fmla="*/ 1168485 w 1804087"/>
              <a:gd name="csY0" fmla="*/ 1457232 h 1558292"/>
              <a:gd name="csX1" fmla="*/ 1087456 w 1804087"/>
              <a:gd name="csY1" fmla="*/ 1414742 h 1558292"/>
              <a:gd name="csX2" fmla="*/ 934675 w 1804087"/>
              <a:gd name="csY2" fmla="*/ 1306049 h 1558292"/>
              <a:gd name="csX3" fmla="*/ 898164 w 1804087"/>
              <a:gd name="csY3" fmla="*/ 1275210 h 1558292"/>
              <a:gd name="csX4" fmla="*/ 861658 w 1804087"/>
              <a:gd name="csY4" fmla="*/ 1306049 h 1558292"/>
              <a:gd name="csX5" fmla="*/ 708878 w 1804087"/>
              <a:gd name="csY5" fmla="*/ 1414742 h 1558292"/>
              <a:gd name="csX6" fmla="*/ 627849 w 1804087"/>
              <a:gd name="csY6" fmla="*/ 1457232 h 1558292"/>
              <a:gd name="csX7" fmla="*/ 178339 w 1804087"/>
              <a:gd name="csY7" fmla="*/ 1554942 h 1558292"/>
              <a:gd name="csX8" fmla="*/ -3880 w 1804087"/>
              <a:gd name="csY8" fmla="*/ 1541653 h 1558292"/>
              <a:gd name="csX9" fmla="*/ -3880 w 1804087"/>
              <a:gd name="csY9" fmla="*/ 356479 h 1558292"/>
              <a:gd name="csX10" fmla="*/ 897908 w 1804087"/>
              <a:gd name="csY10" fmla="*/ -3351 h 1558292"/>
              <a:gd name="csX11" fmla="*/ 898164 w 1804087"/>
              <a:gd name="csY11" fmla="*/ -3351 h 1558292"/>
              <a:gd name="csX12" fmla="*/ 898424 w 1804087"/>
              <a:gd name="csY12" fmla="*/ -3351 h 1558292"/>
              <a:gd name="csX13" fmla="*/ 1800208 w 1804087"/>
              <a:gd name="csY13" fmla="*/ 356479 h 1558292"/>
              <a:gd name="csX14" fmla="*/ 1800208 w 1804087"/>
              <a:gd name="csY14" fmla="*/ 1541653 h 1558292"/>
              <a:gd name="csX15" fmla="*/ 1617995 w 1804087"/>
              <a:gd name="csY15" fmla="*/ 1554942 h 1558292"/>
              <a:gd name="csX16" fmla="*/ 1168485 w 1804087"/>
              <a:gd name="csY16" fmla="*/ 1457232 h 155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04087" h="1558292">
                <a:moveTo>
                  <a:pt x="1168485" y="1457232"/>
                </a:moveTo>
                <a:cubicBezTo>
                  <a:pt x="1141094" y="1444319"/>
                  <a:pt x="1114144" y="1430465"/>
                  <a:pt x="1087456" y="1414742"/>
                </a:cubicBezTo>
                <a:cubicBezTo>
                  <a:pt x="1034572" y="1383518"/>
                  <a:pt x="983739" y="1347252"/>
                  <a:pt x="934675" y="1306049"/>
                </a:cubicBezTo>
                <a:lnTo>
                  <a:pt x="898164" y="1275210"/>
                </a:lnTo>
                <a:lnTo>
                  <a:pt x="861658" y="1306049"/>
                </a:lnTo>
                <a:cubicBezTo>
                  <a:pt x="812595" y="1347252"/>
                  <a:pt x="761762" y="1383518"/>
                  <a:pt x="708878" y="1414742"/>
                </a:cubicBezTo>
                <a:cubicBezTo>
                  <a:pt x="682190" y="1430465"/>
                  <a:pt x="655240" y="1444319"/>
                  <a:pt x="627849" y="1457232"/>
                </a:cubicBezTo>
                <a:cubicBezTo>
                  <a:pt x="490874" y="1522042"/>
                  <a:pt x="341155" y="1554680"/>
                  <a:pt x="178339" y="1554942"/>
                </a:cubicBezTo>
                <a:cubicBezTo>
                  <a:pt x="119457" y="1554942"/>
                  <a:pt x="58622" y="1550106"/>
                  <a:pt x="-3880" y="1541653"/>
                </a:cubicBezTo>
                <a:lnTo>
                  <a:pt x="-3880" y="356479"/>
                </a:lnTo>
                <a:cubicBezTo>
                  <a:pt x="303916" y="352310"/>
                  <a:pt x="598821" y="250352"/>
                  <a:pt x="897908" y="-3351"/>
                </a:cubicBezTo>
                <a:lnTo>
                  <a:pt x="898164" y="-3351"/>
                </a:lnTo>
                <a:lnTo>
                  <a:pt x="898424" y="-3351"/>
                </a:lnTo>
                <a:cubicBezTo>
                  <a:pt x="1197513" y="250352"/>
                  <a:pt x="1492418" y="352310"/>
                  <a:pt x="1800208" y="356479"/>
                </a:cubicBezTo>
                <a:lnTo>
                  <a:pt x="1800208" y="1541653"/>
                </a:lnTo>
                <a:cubicBezTo>
                  <a:pt x="1737712" y="1550106"/>
                  <a:pt x="1676878" y="1554942"/>
                  <a:pt x="1617995" y="1554942"/>
                </a:cubicBezTo>
                <a:cubicBezTo>
                  <a:pt x="1455179" y="1554680"/>
                  <a:pt x="1305457" y="1522042"/>
                  <a:pt x="1168485" y="1457232"/>
                </a:cubicBezTo>
              </a:path>
            </a:pathLst>
          </a:custGeom>
          <a:solidFill>
            <a:schemeClr val="bg2"/>
          </a:solidFill>
          <a:ln w="201" cap="flat">
            <a:noFill/>
            <a:prstDash val="solid"/>
            <a:miter/>
          </a:ln>
        </p:spPr>
        <p:txBody>
          <a:bodyPr/>
          <a:lstStyle/>
          <a:p>
            <a:endParaRPr lang="en-GB"/>
          </a:p>
        </p:txBody>
      </p:sp>
      <p:pic>
        <p:nvPicPr>
          <p:cNvPr id="91" name="UoP logo">
            <a:extLst>
              <a:ext uri="{FF2B5EF4-FFF2-40B4-BE49-F238E27FC236}">
                <a16:creationId xmlns:a16="http://schemas.microsoft.com/office/drawing/2014/main" id="{323266F8-8C30-7A42-6B76-603BEF9F6F5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58660" y="2908648"/>
            <a:ext cx="5074680" cy="1040705"/>
          </a:xfrm>
          <a:prstGeom prst="rect">
            <a:avLst/>
          </a:prstGeom>
        </p:spPr>
      </p:pic>
      <p:sp>
        <p:nvSpPr>
          <p:cNvPr id="36" name="Text Placeholder 35">
            <a:extLst>
              <a:ext uri="{FF2B5EF4-FFF2-40B4-BE49-F238E27FC236}">
                <a16:creationId xmlns:a16="http://schemas.microsoft.com/office/drawing/2014/main" id="{47EACAD3-5E63-2C0C-07F9-CCBD3FFEA308}"/>
              </a:ext>
            </a:extLst>
          </p:cNvPr>
          <p:cNvSpPr>
            <a:spLocks noGrp="1"/>
          </p:cNvSpPr>
          <p:nvPr>
            <p:ph type="body" sz="quarter" idx="15" hasCustomPrompt="1"/>
          </p:nvPr>
        </p:nvSpPr>
        <p:spPr>
          <a:xfrm>
            <a:off x="5070078" y="4441975"/>
            <a:ext cx="2051845" cy="221599"/>
          </a:xfrm>
        </p:spPr>
        <p:txBody>
          <a:bodyPr wrap="none">
            <a:spAutoFit/>
          </a:bodyPr>
          <a:lstStyle>
            <a:lvl1pPr algn="ctr">
              <a:defRPr sz="1600">
                <a:solidFill>
                  <a:schemeClr val="tx1"/>
                </a:solidFill>
              </a:defRPr>
            </a:lvl1pPr>
            <a:lvl2pPr algn="r">
              <a:buNone/>
              <a:defRPr sz="1400">
                <a:solidFill>
                  <a:schemeClr val="bg1"/>
                </a:solidFill>
              </a:defRPr>
            </a:lvl2pPr>
            <a:lvl3pPr algn="r">
              <a:defRPr sz="1400">
                <a:solidFill>
                  <a:schemeClr val="bg1"/>
                </a:solidFill>
              </a:defRPr>
            </a:lvl3pPr>
            <a:lvl4pPr algn="r">
              <a:defRPr sz="1400">
                <a:solidFill>
                  <a:schemeClr val="bg1"/>
                </a:solidFill>
              </a:defRPr>
            </a:lvl4pPr>
            <a:lvl5pPr algn="r">
              <a:defRPr sz="1400">
                <a:solidFill>
                  <a:schemeClr val="bg1"/>
                </a:solidFill>
              </a:defRPr>
            </a:lvl5pPr>
          </a:lstStyle>
          <a:p>
            <a:pPr lvl="0"/>
            <a:r>
              <a:rPr lang="en-US" dirty="0"/>
              <a:t>Add web address here	</a:t>
            </a:r>
          </a:p>
        </p:txBody>
      </p:sp>
      <p:sp>
        <p:nvSpPr>
          <p:cNvPr id="20" name="book master">
            <a:extLst>
              <a:ext uri="{FF2B5EF4-FFF2-40B4-BE49-F238E27FC236}">
                <a16:creationId xmlns:a16="http://schemas.microsoft.com/office/drawing/2014/main" id="{F1570E4E-067C-76F8-AF72-EAD945D41447}"/>
              </a:ext>
            </a:extLst>
          </p:cNvPr>
          <p:cNvSpPr/>
          <p:nvPr/>
        </p:nvSpPr>
        <p:spPr>
          <a:xfrm flipV="1">
            <a:off x="2671990" y="471488"/>
            <a:ext cx="6848021" cy="5915025"/>
          </a:xfrm>
          <a:custGeom>
            <a:avLst/>
            <a:gdLst>
              <a:gd name="csX0" fmla="*/ 2680509 w 4130857"/>
              <a:gd name="csY0" fmla="*/ 3340977 h 3568056"/>
              <a:gd name="csX1" fmla="*/ 2494975 w 4130857"/>
              <a:gd name="csY1" fmla="*/ 3243686 h 3568056"/>
              <a:gd name="csX2" fmla="*/ 2145150 w 4130857"/>
              <a:gd name="csY2" fmla="*/ 2994811 h 3568056"/>
              <a:gd name="csX3" fmla="*/ 2061548 w 4130857"/>
              <a:gd name="csY3" fmla="*/ 2924198 h 3568056"/>
              <a:gd name="csX4" fmla="*/ 1977961 w 4130857"/>
              <a:gd name="csY4" fmla="*/ 2994811 h 3568056"/>
              <a:gd name="csX5" fmla="*/ 1628136 w 4130857"/>
              <a:gd name="csY5" fmla="*/ 3243686 h 3568056"/>
              <a:gd name="csX6" fmla="*/ 1442602 w 4130857"/>
              <a:gd name="csY6" fmla="*/ 3340977 h 3568056"/>
              <a:gd name="csX7" fmla="*/ 413351 w 4130857"/>
              <a:gd name="csY7" fmla="*/ 3564705 h 3568056"/>
              <a:gd name="csX8" fmla="*/ -3880 w 4130857"/>
              <a:gd name="csY8" fmla="*/ 3534276 h 3568056"/>
              <a:gd name="csX9" fmla="*/ -3880 w 4130857"/>
              <a:gd name="csY9" fmla="*/ 820559 h 3568056"/>
              <a:gd name="csX10" fmla="*/ 2060962 w 4130857"/>
              <a:gd name="csY10" fmla="*/ -3351 h 3568056"/>
              <a:gd name="csX11" fmla="*/ 2061548 w 4130857"/>
              <a:gd name="csY11" fmla="*/ -3351 h 3568056"/>
              <a:gd name="csX12" fmla="*/ 2062144 w 4130857"/>
              <a:gd name="csY12" fmla="*/ -3351 h 3568056"/>
              <a:gd name="csX13" fmla="*/ 4126978 w 4130857"/>
              <a:gd name="csY13" fmla="*/ 820559 h 3568056"/>
              <a:gd name="csX14" fmla="*/ 4126978 w 4130857"/>
              <a:gd name="csY14" fmla="*/ 3534276 h 3568056"/>
              <a:gd name="csX15" fmla="*/ 3709761 w 4130857"/>
              <a:gd name="csY15" fmla="*/ 3564705 h 3568056"/>
              <a:gd name="csX16" fmla="*/ 2680509 w 4130857"/>
              <a:gd name="csY16" fmla="*/ 3340977 h 3568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30857" h="3568056">
                <a:moveTo>
                  <a:pt x="2680509" y="3340977"/>
                </a:moveTo>
                <a:cubicBezTo>
                  <a:pt x="2617790" y="3311410"/>
                  <a:pt x="2556083" y="3279689"/>
                  <a:pt x="2494975" y="3243686"/>
                </a:cubicBezTo>
                <a:cubicBezTo>
                  <a:pt x="2373885" y="3172192"/>
                  <a:pt x="2257492" y="3089153"/>
                  <a:pt x="2145150" y="2994811"/>
                </a:cubicBezTo>
                <a:lnTo>
                  <a:pt x="2061548" y="2924198"/>
                </a:lnTo>
                <a:lnTo>
                  <a:pt x="1977961" y="2994811"/>
                </a:lnTo>
                <a:cubicBezTo>
                  <a:pt x="1865619" y="3089153"/>
                  <a:pt x="1749226" y="3172192"/>
                  <a:pt x="1628136" y="3243686"/>
                </a:cubicBezTo>
                <a:cubicBezTo>
                  <a:pt x="1567028" y="3279689"/>
                  <a:pt x="1505320" y="3311410"/>
                  <a:pt x="1442602" y="3340977"/>
                </a:cubicBezTo>
                <a:cubicBezTo>
                  <a:pt x="1128969" y="3489372"/>
                  <a:pt x="786153" y="3564106"/>
                  <a:pt x="413351" y="3564705"/>
                </a:cubicBezTo>
                <a:cubicBezTo>
                  <a:pt x="278527" y="3564705"/>
                  <a:pt x="139230" y="3553632"/>
                  <a:pt x="-3880" y="3534276"/>
                </a:cubicBezTo>
                <a:lnTo>
                  <a:pt x="-3880" y="820559"/>
                </a:lnTo>
                <a:cubicBezTo>
                  <a:pt x="700886" y="811013"/>
                  <a:pt x="1376137" y="577558"/>
                  <a:pt x="2060962" y="-3351"/>
                </a:cubicBezTo>
                <a:lnTo>
                  <a:pt x="2061548" y="-3351"/>
                </a:lnTo>
                <a:lnTo>
                  <a:pt x="2062144" y="-3351"/>
                </a:lnTo>
                <a:cubicBezTo>
                  <a:pt x="2746974" y="577558"/>
                  <a:pt x="3422225" y="811013"/>
                  <a:pt x="4126978" y="820559"/>
                </a:cubicBezTo>
                <a:lnTo>
                  <a:pt x="4126978" y="3534276"/>
                </a:lnTo>
                <a:cubicBezTo>
                  <a:pt x="3983879" y="3553632"/>
                  <a:pt x="3844587" y="3564705"/>
                  <a:pt x="3709761" y="3564705"/>
                </a:cubicBezTo>
                <a:cubicBezTo>
                  <a:pt x="3336958" y="3564106"/>
                  <a:pt x="2994137" y="3489372"/>
                  <a:pt x="2680509" y="3340977"/>
                </a:cubicBezTo>
              </a:path>
            </a:pathLst>
          </a:custGeom>
          <a:noFill/>
          <a:ln w="12700" cap="flat">
            <a:solidFill>
              <a:schemeClr val="tx1"/>
            </a:solidFill>
            <a:prstDash val="solid"/>
            <a:miter/>
          </a:ln>
        </p:spPr>
        <p:txBody>
          <a:bodyPr/>
          <a:lstStyle/>
          <a:p>
            <a:endParaRPr lang="en-GB"/>
          </a:p>
        </p:txBody>
      </p:sp>
      <p:grpSp>
        <p:nvGrpSpPr>
          <p:cNvPr id="32" name="Group 31">
            <a:extLst>
              <a:ext uri="{FF2B5EF4-FFF2-40B4-BE49-F238E27FC236}">
                <a16:creationId xmlns:a16="http://schemas.microsoft.com/office/drawing/2014/main" id="{D069205A-5A15-D92E-FE9D-A25E1A9A56CD}"/>
              </a:ext>
            </a:extLst>
          </p:cNvPr>
          <p:cNvGrpSpPr/>
          <p:nvPr userDrawn="1"/>
        </p:nvGrpSpPr>
        <p:grpSpPr>
          <a:xfrm>
            <a:off x="12479795" y="4713010"/>
            <a:ext cx="2604261" cy="2144990"/>
            <a:chOff x="12479795" y="4620677"/>
            <a:chExt cx="2604261" cy="2144990"/>
          </a:xfrm>
        </p:grpSpPr>
        <p:grpSp>
          <p:nvGrpSpPr>
            <p:cNvPr id="33" name="Group 32">
              <a:extLst>
                <a:ext uri="{FF2B5EF4-FFF2-40B4-BE49-F238E27FC236}">
                  <a16:creationId xmlns:a16="http://schemas.microsoft.com/office/drawing/2014/main" id="{21B10166-05F1-A471-7AF9-4EB606FF5F01}"/>
                </a:ext>
              </a:extLst>
            </p:cNvPr>
            <p:cNvGrpSpPr/>
            <p:nvPr userDrawn="1"/>
          </p:nvGrpSpPr>
          <p:grpSpPr bwMode="gray">
            <a:xfrm>
              <a:off x="12479795" y="4620677"/>
              <a:ext cx="2604261" cy="2144990"/>
              <a:chOff x="287524" y="320055"/>
              <a:chExt cx="2604261" cy="2144990"/>
            </a:xfrm>
          </p:grpSpPr>
          <p:sp>
            <p:nvSpPr>
              <p:cNvPr id="35" name="TextBox 34">
                <a:extLst>
                  <a:ext uri="{FF2B5EF4-FFF2-40B4-BE49-F238E27FC236}">
                    <a16:creationId xmlns:a16="http://schemas.microsoft.com/office/drawing/2014/main" id="{AC1D882A-4D2B-1E77-C406-E54FA82D9B17}"/>
                  </a:ext>
                </a:extLst>
              </p:cNvPr>
              <p:cNvSpPr txBox="1"/>
              <p:nvPr/>
            </p:nvSpPr>
            <p:spPr bwMode="gray">
              <a:xfrm>
                <a:off x="287524" y="1010801"/>
                <a:ext cx="2604261" cy="1454244"/>
              </a:xfrm>
              <a:prstGeom prst="rect">
                <a:avLst/>
              </a:prstGeom>
              <a:noFill/>
            </p:spPr>
            <p:txBody>
              <a:bodyPr wrap="square" lIns="0" tIns="0" rIns="0" bIns="0" rtlCol="0">
                <a:spAutoFit/>
              </a:bodyPr>
              <a:lstStyle/>
              <a:p>
                <a:r>
                  <a:rPr lang="en-GB" sz="1050" dirty="0">
                    <a:solidFill>
                      <a:srgbClr val="000000"/>
                    </a:solidFill>
                  </a:rPr>
                  <a:t>To change the gradient to the background.</a:t>
                </a:r>
              </a:p>
              <a:p>
                <a:r>
                  <a:rPr lang="en-GB" sz="1050" dirty="0">
                    <a:solidFill>
                      <a:srgbClr val="000000"/>
                    </a:solidFill>
                  </a:rPr>
                  <a:t>&gt;Right Click over slide</a:t>
                </a:r>
              </a:p>
              <a:p>
                <a:r>
                  <a:rPr lang="en-GB" sz="1050" dirty="0">
                    <a:solidFill>
                      <a:srgbClr val="000000"/>
                    </a:solidFill>
                  </a:rPr>
                  <a:t>&gt;Format background</a:t>
                </a:r>
              </a:p>
              <a:p>
                <a:r>
                  <a:rPr lang="en-GB" sz="1050" dirty="0">
                    <a:solidFill>
                      <a:srgbClr val="000000"/>
                    </a:solidFill>
                  </a:rPr>
                  <a:t>&gt;Gradient Fill</a:t>
                </a:r>
              </a:p>
              <a:p>
                <a:r>
                  <a:rPr lang="en-GB" sz="1050" dirty="0">
                    <a:solidFill>
                      <a:srgbClr val="000000"/>
                    </a:solidFill>
                  </a:rPr>
                  <a:t>&gt;Click on the first marker on the slider</a:t>
                </a:r>
              </a:p>
              <a:p>
                <a:r>
                  <a:rPr lang="en-GB" sz="1050" dirty="0">
                    <a:solidFill>
                      <a:srgbClr val="000000"/>
                    </a:solidFill>
                  </a:rPr>
                  <a:t>&gt;</a:t>
                </a:r>
                <a:r>
                  <a:rPr lang="en-GB" sz="1050" dirty="0" err="1">
                    <a:solidFill>
                      <a:srgbClr val="000000"/>
                    </a:solidFill>
                  </a:rPr>
                  <a:t>Color</a:t>
                </a:r>
                <a:r>
                  <a:rPr lang="en-GB" sz="1050" dirty="0">
                    <a:solidFill>
                      <a:srgbClr val="000000"/>
                    </a:solidFill>
                  </a:rPr>
                  <a:t> (Use the ‘Eyedropper’ to select one of the colour swatches from above this slide</a:t>
                </a:r>
              </a:p>
              <a:p>
                <a:r>
                  <a:rPr lang="en-GB" sz="1050" dirty="0">
                    <a:solidFill>
                      <a:srgbClr val="000000"/>
                    </a:solidFill>
                  </a:rPr>
                  <a:t>&gt;Repeat this process for the second marker on the slider selecting a different colour</a:t>
                </a:r>
                <a:endParaRPr lang="en-GB" sz="900" dirty="0">
                  <a:solidFill>
                    <a:srgbClr val="000000"/>
                  </a:solidFill>
                </a:endParaRPr>
              </a:p>
            </p:txBody>
          </p:sp>
          <p:sp>
            <p:nvSpPr>
              <p:cNvPr id="37" name="Donut 24">
                <a:extLst>
                  <a:ext uri="{FF2B5EF4-FFF2-40B4-BE49-F238E27FC236}">
                    <a16:creationId xmlns:a16="http://schemas.microsoft.com/office/drawing/2014/main" id="{513673AB-CDB9-03DD-F174-412DC37BD2DA}"/>
                  </a:ext>
                </a:extLst>
              </p:cNvPr>
              <p:cNvSpPr/>
              <p:nvPr userDrawn="1"/>
            </p:nvSpPr>
            <p:spPr bwMode="gray">
              <a:xfrm>
                <a:off x="299151" y="320055"/>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8" name="Freeform 7">
                <a:extLst>
                  <a:ext uri="{FF2B5EF4-FFF2-40B4-BE49-F238E27FC236}">
                    <a16:creationId xmlns:a16="http://schemas.microsoft.com/office/drawing/2014/main" id="{4ED8EBDE-60A1-176A-7067-748AF546B259}"/>
                  </a:ext>
                </a:extLst>
              </p:cNvPr>
              <p:cNvSpPr>
                <a:spLocks noEditPoints="1"/>
              </p:cNvSpPr>
              <p:nvPr userDrawn="1"/>
            </p:nvSpPr>
            <p:spPr bwMode="gray">
              <a:xfrm>
                <a:off x="287524" y="590085"/>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
          <p:nvSpPr>
            <p:cNvPr id="34" name="Rectangle 33">
              <a:extLst>
                <a:ext uri="{FF2B5EF4-FFF2-40B4-BE49-F238E27FC236}">
                  <a16:creationId xmlns:a16="http://schemas.microsoft.com/office/drawing/2014/main" id="{304B2098-209C-E7B3-860D-F87F43E46210}"/>
                </a:ext>
              </a:extLst>
            </p:cNvPr>
            <p:cNvSpPr/>
            <p:nvPr userDrawn="1"/>
          </p:nvSpPr>
          <p:spPr>
            <a:xfrm>
              <a:off x="12635345" y="4749720"/>
              <a:ext cx="257982" cy="289513"/>
            </a:xfrm>
            <a:prstGeom prst="rect">
              <a:avLst/>
            </a:prstGeom>
            <a:gradFill>
              <a:gsLst>
                <a:gs pos="0">
                  <a:srgbClr val="000000"/>
                </a:gs>
                <a:gs pos="73000">
                  <a:srgbClr val="000000">
                    <a:alpha val="2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GB" sz="2000" dirty="0" err="1"/>
            </a:p>
          </p:txBody>
        </p:sp>
      </p:grpSp>
      <p:sp>
        <p:nvSpPr>
          <p:cNvPr id="39" name="TextBox 38">
            <a:extLst>
              <a:ext uri="{FF2B5EF4-FFF2-40B4-BE49-F238E27FC236}">
                <a16:creationId xmlns:a16="http://schemas.microsoft.com/office/drawing/2014/main" id="{7D0EED85-F767-47A5-BB66-3D089BEB7D0D}"/>
              </a:ext>
            </a:extLst>
          </p:cNvPr>
          <p:cNvSpPr txBox="1"/>
          <p:nvPr userDrawn="1"/>
        </p:nvSpPr>
        <p:spPr>
          <a:xfrm>
            <a:off x="4689204" y="2238967"/>
            <a:ext cx="2813591" cy="341632"/>
          </a:xfrm>
          <a:prstGeom prst="rect">
            <a:avLst/>
          </a:prstGeom>
          <a:noFill/>
        </p:spPr>
        <p:txBody>
          <a:bodyPr wrap="none" rtlCol="0">
            <a:spAutoFit/>
          </a:bodyPr>
          <a:lstStyle/>
          <a:p>
            <a:pPr marL="0" indent="0" algn="ctr">
              <a:lnSpc>
                <a:spcPct val="90000"/>
              </a:lnSpc>
              <a:spcAft>
                <a:spcPts val="800"/>
              </a:spcAft>
              <a:buClr>
                <a:schemeClr val="accent1"/>
              </a:buClr>
              <a:buFont typeface="Arial" panose="020B0604020202020204" pitchFamily="34" charset="0"/>
              <a:buNone/>
            </a:pPr>
            <a:r>
              <a:rPr lang="en-GB" sz="1800" b="1" dirty="0">
                <a:solidFill>
                  <a:srgbClr val="FFFFFF"/>
                </a:solidFill>
              </a:rPr>
              <a:t>Extraordinary every day</a:t>
            </a:r>
          </a:p>
        </p:txBody>
      </p:sp>
    </p:spTree>
    <p:extLst>
      <p:ext uri="{BB962C8B-B14F-4D97-AF65-F5344CB8AC3E}">
        <p14:creationId xmlns:p14="http://schemas.microsoft.com/office/powerpoint/2010/main" val="3148120183"/>
      </p:ext>
    </p:extLst>
  </p:cSld>
  <p:clrMapOvr>
    <a:masterClrMapping/>
  </p:clrMapOvr>
  <p:transition spd="slow">
    <p:fade thruBlk="1"/>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x content full width (blue/turquoise)">
    <p:bg bwMode="gray">
      <p:bgPr>
        <a:solidFill>
          <a:srgbClr val="FFFFFF"/>
        </a:soli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0E9FEB2D-F113-7B24-EDFC-078CC6AA0BF6}"/>
              </a:ext>
            </a:extLst>
          </p:cNvPr>
          <p:cNvGrpSpPr/>
          <p:nvPr userDrawn="1"/>
        </p:nvGrpSpPr>
        <p:grpSpPr>
          <a:xfrm>
            <a:off x="12489757" y="3161750"/>
            <a:ext cx="1368152" cy="1198577"/>
            <a:chOff x="1818992" y="5460409"/>
            <a:chExt cx="1368152" cy="1198577"/>
          </a:xfrm>
        </p:grpSpPr>
        <p:sp>
          <p:nvSpPr>
            <p:cNvPr id="54" name="Graphic 636">
              <a:extLst>
                <a:ext uri="{FF2B5EF4-FFF2-40B4-BE49-F238E27FC236}">
                  <a16:creationId xmlns:a16="http://schemas.microsoft.com/office/drawing/2014/main" id="{443A39E7-AB09-260A-E331-3B465A03D09B}"/>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61" name="Group 60">
              <a:extLst>
                <a:ext uri="{FF2B5EF4-FFF2-40B4-BE49-F238E27FC236}">
                  <a16:creationId xmlns:a16="http://schemas.microsoft.com/office/drawing/2014/main" id="{D515ADFB-A7E1-B26C-3AF7-4A06749EFF69}"/>
                </a:ext>
              </a:extLst>
            </p:cNvPr>
            <p:cNvGrpSpPr/>
            <p:nvPr/>
          </p:nvGrpSpPr>
          <p:grpSpPr bwMode="gray">
            <a:xfrm>
              <a:off x="1818992" y="5460409"/>
              <a:ext cx="1368152" cy="1198577"/>
              <a:chOff x="287524" y="3864469"/>
              <a:chExt cx="1368152" cy="1198577"/>
            </a:xfrm>
          </p:grpSpPr>
          <p:sp>
            <p:nvSpPr>
              <p:cNvPr id="62" name="TextBox 61">
                <a:extLst>
                  <a:ext uri="{FF2B5EF4-FFF2-40B4-BE49-F238E27FC236}">
                    <a16:creationId xmlns:a16="http://schemas.microsoft.com/office/drawing/2014/main" id="{7D4C90B2-11D8-DDF6-7709-63B9E2CB3984}"/>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63" name="Donut 24">
                <a:extLst>
                  <a:ext uri="{FF2B5EF4-FFF2-40B4-BE49-F238E27FC236}">
                    <a16:creationId xmlns:a16="http://schemas.microsoft.com/office/drawing/2014/main" id="{83201F53-B879-C4E4-3654-1F552BE5DA2E}"/>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4" name="Freeform 5">
                <a:extLst>
                  <a:ext uri="{FF2B5EF4-FFF2-40B4-BE49-F238E27FC236}">
                    <a16:creationId xmlns:a16="http://schemas.microsoft.com/office/drawing/2014/main" id="{C9B54273-833F-877E-F43D-A969FF184311}"/>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
        <p:nvSpPr>
          <p:cNvPr id="11" name="Rectangle 10">
            <a:extLst>
              <a:ext uri="{FF2B5EF4-FFF2-40B4-BE49-F238E27FC236}">
                <a16:creationId xmlns:a16="http://schemas.microsoft.com/office/drawing/2014/main" id="{321238FF-BA5C-741D-8D65-5733045A0FEB}"/>
              </a:ext>
            </a:extLst>
          </p:cNvPr>
          <p:cNvSpPr/>
          <p:nvPr userDrawn="1"/>
        </p:nvSpPr>
        <p:spPr bwMode="gray">
          <a:xfrm>
            <a:off x="-35474" y="-51516"/>
            <a:ext cx="12263945" cy="6915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lnSpc>
                <a:spcPct val="90000"/>
              </a:lnSpc>
              <a:spcAft>
                <a:spcPts val="1500"/>
              </a:spcAft>
            </a:pPr>
            <a:endParaRPr lang="en-GB" sz="2000" dirty="0">
              <a:solidFill>
                <a:schemeClr val="bg2"/>
              </a:solidFill>
            </a:endParaRPr>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5391CA"/>
              </a:gs>
              <a:gs pos="100000">
                <a:srgbClr val="7FBFD7"/>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55" name="Group 54">
            <a:extLst>
              <a:ext uri="{FF2B5EF4-FFF2-40B4-BE49-F238E27FC236}">
                <a16:creationId xmlns:a16="http://schemas.microsoft.com/office/drawing/2014/main" id="{B75C8CC4-FD8F-99F0-E646-F60C26DAF7ED}"/>
              </a:ext>
            </a:extLst>
          </p:cNvPr>
          <p:cNvGrpSpPr/>
          <p:nvPr userDrawn="1"/>
        </p:nvGrpSpPr>
        <p:grpSpPr>
          <a:xfrm>
            <a:off x="12489757" y="4681068"/>
            <a:ext cx="1410696" cy="1198577"/>
            <a:chOff x="1818992" y="5460409"/>
            <a:chExt cx="1410696" cy="1198577"/>
          </a:xfrm>
        </p:grpSpPr>
        <p:sp>
          <p:nvSpPr>
            <p:cNvPr id="56" name="Graphic 636">
              <a:extLst>
                <a:ext uri="{FF2B5EF4-FFF2-40B4-BE49-F238E27FC236}">
                  <a16:creationId xmlns:a16="http://schemas.microsoft.com/office/drawing/2014/main" id="{F28BC6DB-8E1B-8077-8BE4-E1A25269F4EB}"/>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57" name="Group 56">
              <a:extLst>
                <a:ext uri="{FF2B5EF4-FFF2-40B4-BE49-F238E27FC236}">
                  <a16:creationId xmlns:a16="http://schemas.microsoft.com/office/drawing/2014/main" id="{BA526DCA-D5A8-3CFC-C52A-ECDD33AF12C3}"/>
                </a:ext>
              </a:extLst>
            </p:cNvPr>
            <p:cNvGrpSpPr/>
            <p:nvPr/>
          </p:nvGrpSpPr>
          <p:grpSpPr bwMode="gray">
            <a:xfrm>
              <a:off x="1818992" y="5460409"/>
              <a:ext cx="1410696" cy="1198577"/>
              <a:chOff x="287524" y="3864469"/>
              <a:chExt cx="1410696" cy="1198577"/>
            </a:xfrm>
          </p:grpSpPr>
          <p:sp>
            <p:nvSpPr>
              <p:cNvPr id="58" name="TextBox 57">
                <a:extLst>
                  <a:ext uri="{FF2B5EF4-FFF2-40B4-BE49-F238E27FC236}">
                    <a16:creationId xmlns:a16="http://schemas.microsoft.com/office/drawing/2014/main" id="{15EAFF37-E082-507A-C622-3AF8C07FFC24}"/>
                  </a:ext>
                </a:extLst>
              </p:cNvPr>
              <p:cNvSpPr txBox="1"/>
              <p:nvPr/>
            </p:nvSpPr>
            <p:spPr bwMode="gray">
              <a:xfrm>
                <a:off x="287524" y="4555215"/>
                <a:ext cx="1410696" cy="507831"/>
              </a:xfrm>
              <a:prstGeom prst="rect">
                <a:avLst/>
              </a:prstGeom>
              <a:noFill/>
            </p:spPr>
            <p:txBody>
              <a:bodyPr wrap="square" lIns="0" tIns="0" rIns="0" bIns="0" rtlCol="0">
                <a:spAutoFit/>
              </a:bodyPr>
              <a:lstStyle/>
              <a:p>
                <a:r>
                  <a:rPr lang="en-GB" sz="1100" dirty="0">
                    <a:solidFill>
                      <a:srgbClr val="000000"/>
                    </a:solidFill>
                  </a:rPr>
                  <a:t>This layout should only have a </a:t>
                </a:r>
                <a:br>
                  <a:rPr lang="en-GB" sz="1100" dirty="0">
                    <a:solidFill>
                      <a:srgbClr val="000000"/>
                    </a:solidFill>
                  </a:rPr>
                </a:br>
                <a:r>
                  <a:rPr lang="en-GB" sz="1100" dirty="0">
                    <a:solidFill>
                      <a:srgbClr val="000000"/>
                    </a:solidFill>
                  </a:rPr>
                  <a:t>white background</a:t>
                </a:r>
              </a:p>
            </p:txBody>
          </p:sp>
          <p:sp>
            <p:nvSpPr>
              <p:cNvPr id="59" name="Donut 24">
                <a:extLst>
                  <a:ext uri="{FF2B5EF4-FFF2-40B4-BE49-F238E27FC236}">
                    <a16:creationId xmlns:a16="http://schemas.microsoft.com/office/drawing/2014/main" id="{D6393177-34B0-BB08-CB41-D2574041AF32}"/>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0" name="Freeform 5">
                <a:extLst>
                  <a:ext uri="{FF2B5EF4-FFF2-40B4-BE49-F238E27FC236}">
                    <a16:creationId xmlns:a16="http://schemas.microsoft.com/office/drawing/2014/main" id="{674A0154-A2C4-5133-81EE-078DEF53D2B7}"/>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4197984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x content full width (green)">
    <p:bg bwMode="gray">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0B504B29-CA80-0404-AEB3-C2498234F2B2}"/>
              </a:ext>
            </a:extLst>
          </p:cNvPr>
          <p:cNvSpPr/>
          <p:nvPr userDrawn="1"/>
        </p:nvSpPr>
        <p:spPr bwMode="gray">
          <a:xfrm>
            <a:off x="-35474" y="-51516"/>
            <a:ext cx="12263945" cy="6915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lnSpc>
                <a:spcPct val="90000"/>
              </a:lnSpc>
              <a:spcAft>
                <a:spcPts val="1500"/>
              </a:spcAft>
            </a:pPr>
            <a:endParaRPr lang="en-GB" sz="2000" dirty="0">
              <a:solidFill>
                <a:schemeClr val="bg2"/>
              </a:solidFill>
            </a:endParaRPr>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9FCAC5"/>
              </a:gs>
              <a:gs pos="100000">
                <a:srgbClr val="B4C960"/>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64" name="Group 63">
            <a:extLst>
              <a:ext uri="{FF2B5EF4-FFF2-40B4-BE49-F238E27FC236}">
                <a16:creationId xmlns:a16="http://schemas.microsoft.com/office/drawing/2014/main" id="{4590EA81-0406-FFAF-9DC5-B3239E8A14B0}"/>
              </a:ext>
            </a:extLst>
          </p:cNvPr>
          <p:cNvGrpSpPr/>
          <p:nvPr userDrawn="1"/>
        </p:nvGrpSpPr>
        <p:grpSpPr>
          <a:xfrm>
            <a:off x="12489757" y="3161750"/>
            <a:ext cx="1368152" cy="1198577"/>
            <a:chOff x="1818992" y="5460409"/>
            <a:chExt cx="1368152" cy="1198577"/>
          </a:xfrm>
        </p:grpSpPr>
        <p:sp>
          <p:nvSpPr>
            <p:cNvPr id="65" name="Graphic 636">
              <a:extLst>
                <a:ext uri="{FF2B5EF4-FFF2-40B4-BE49-F238E27FC236}">
                  <a16:creationId xmlns:a16="http://schemas.microsoft.com/office/drawing/2014/main" id="{AFF06C1C-A936-0BEE-E871-AC21742738B6}"/>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66" name="Group 65">
              <a:extLst>
                <a:ext uri="{FF2B5EF4-FFF2-40B4-BE49-F238E27FC236}">
                  <a16:creationId xmlns:a16="http://schemas.microsoft.com/office/drawing/2014/main" id="{AF5EDDEA-0790-5708-CB27-2DBE58A0AD75}"/>
                </a:ext>
              </a:extLst>
            </p:cNvPr>
            <p:cNvGrpSpPr/>
            <p:nvPr/>
          </p:nvGrpSpPr>
          <p:grpSpPr bwMode="gray">
            <a:xfrm>
              <a:off x="1818992" y="5460409"/>
              <a:ext cx="1368152" cy="1198577"/>
              <a:chOff x="287524" y="3864469"/>
              <a:chExt cx="1368152" cy="1198577"/>
            </a:xfrm>
          </p:grpSpPr>
          <p:sp>
            <p:nvSpPr>
              <p:cNvPr id="67" name="TextBox 66">
                <a:extLst>
                  <a:ext uri="{FF2B5EF4-FFF2-40B4-BE49-F238E27FC236}">
                    <a16:creationId xmlns:a16="http://schemas.microsoft.com/office/drawing/2014/main" id="{AB4A43E4-6027-2E90-C585-543633D47CA0}"/>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68" name="Donut 24">
                <a:extLst>
                  <a:ext uri="{FF2B5EF4-FFF2-40B4-BE49-F238E27FC236}">
                    <a16:creationId xmlns:a16="http://schemas.microsoft.com/office/drawing/2014/main" id="{C15DA275-C3C8-D64C-6B3B-F6530A56791F}"/>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9" name="Freeform 5">
                <a:extLst>
                  <a:ext uri="{FF2B5EF4-FFF2-40B4-BE49-F238E27FC236}">
                    <a16:creationId xmlns:a16="http://schemas.microsoft.com/office/drawing/2014/main" id="{D3EBD74E-BBFB-6693-A444-15770D9D22DB}"/>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nvGrpSpPr>
          <p:cNvPr id="70" name="Group 69">
            <a:extLst>
              <a:ext uri="{FF2B5EF4-FFF2-40B4-BE49-F238E27FC236}">
                <a16:creationId xmlns:a16="http://schemas.microsoft.com/office/drawing/2014/main" id="{17DE857A-5631-EF34-DEC1-1933975E633A}"/>
              </a:ext>
            </a:extLst>
          </p:cNvPr>
          <p:cNvGrpSpPr/>
          <p:nvPr userDrawn="1"/>
        </p:nvGrpSpPr>
        <p:grpSpPr>
          <a:xfrm>
            <a:off x="12489757" y="4681068"/>
            <a:ext cx="1410696" cy="1198577"/>
            <a:chOff x="1818992" y="5460409"/>
            <a:chExt cx="1410696" cy="1198577"/>
          </a:xfrm>
        </p:grpSpPr>
        <p:sp>
          <p:nvSpPr>
            <p:cNvPr id="71" name="Graphic 636">
              <a:extLst>
                <a:ext uri="{FF2B5EF4-FFF2-40B4-BE49-F238E27FC236}">
                  <a16:creationId xmlns:a16="http://schemas.microsoft.com/office/drawing/2014/main" id="{FC5DB6EB-3F4C-6226-1375-4D7D20F6FB54}"/>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72" name="Group 71">
              <a:extLst>
                <a:ext uri="{FF2B5EF4-FFF2-40B4-BE49-F238E27FC236}">
                  <a16:creationId xmlns:a16="http://schemas.microsoft.com/office/drawing/2014/main" id="{61C021A1-EC92-3AEC-F1F7-1C40067DD046}"/>
                </a:ext>
              </a:extLst>
            </p:cNvPr>
            <p:cNvGrpSpPr/>
            <p:nvPr/>
          </p:nvGrpSpPr>
          <p:grpSpPr bwMode="gray">
            <a:xfrm>
              <a:off x="1818992" y="5460409"/>
              <a:ext cx="1410696" cy="1198577"/>
              <a:chOff x="287524" y="3864469"/>
              <a:chExt cx="1410696" cy="1198577"/>
            </a:xfrm>
          </p:grpSpPr>
          <p:sp>
            <p:nvSpPr>
              <p:cNvPr id="73" name="TextBox 72">
                <a:extLst>
                  <a:ext uri="{FF2B5EF4-FFF2-40B4-BE49-F238E27FC236}">
                    <a16:creationId xmlns:a16="http://schemas.microsoft.com/office/drawing/2014/main" id="{82D3A1AE-82DB-8EB4-803C-15C181B810BD}"/>
                  </a:ext>
                </a:extLst>
              </p:cNvPr>
              <p:cNvSpPr txBox="1"/>
              <p:nvPr/>
            </p:nvSpPr>
            <p:spPr bwMode="gray">
              <a:xfrm>
                <a:off x="287524" y="4555215"/>
                <a:ext cx="1410696" cy="507831"/>
              </a:xfrm>
              <a:prstGeom prst="rect">
                <a:avLst/>
              </a:prstGeom>
              <a:noFill/>
            </p:spPr>
            <p:txBody>
              <a:bodyPr wrap="square" lIns="0" tIns="0" rIns="0" bIns="0" rtlCol="0">
                <a:spAutoFit/>
              </a:bodyPr>
              <a:lstStyle/>
              <a:p>
                <a:r>
                  <a:rPr lang="en-GB" sz="1100" dirty="0">
                    <a:solidFill>
                      <a:srgbClr val="000000"/>
                    </a:solidFill>
                  </a:rPr>
                  <a:t>This layout should only have a </a:t>
                </a:r>
                <a:br>
                  <a:rPr lang="en-GB" sz="1100" dirty="0">
                    <a:solidFill>
                      <a:srgbClr val="000000"/>
                    </a:solidFill>
                  </a:rPr>
                </a:br>
                <a:r>
                  <a:rPr lang="en-GB" sz="1100" dirty="0">
                    <a:solidFill>
                      <a:srgbClr val="000000"/>
                    </a:solidFill>
                  </a:rPr>
                  <a:t>white background</a:t>
                </a:r>
              </a:p>
            </p:txBody>
          </p:sp>
          <p:sp>
            <p:nvSpPr>
              <p:cNvPr id="74" name="Donut 24">
                <a:extLst>
                  <a:ext uri="{FF2B5EF4-FFF2-40B4-BE49-F238E27FC236}">
                    <a16:creationId xmlns:a16="http://schemas.microsoft.com/office/drawing/2014/main" id="{017B1CC4-1497-2592-4CF6-87046E719BEB}"/>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Freeform 5">
                <a:extLst>
                  <a:ext uri="{FF2B5EF4-FFF2-40B4-BE49-F238E27FC236}">
                    <a16:creationId xmlns:a16="http://schemas.microsoft.com/office/drawing/2014/main" id="{49CAF839-DDFE-AD77-6793-AE710DBD6403}"/>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949416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x content full width (red/rose)">
    <p:bg bwMode="gray">
      <p:bgPr>
        <a:solidFill>
          <a:srgbClr val="FFFFFF"/>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F6C71AF9-9D86-4AD8-9F31-80A4F7077B09}"/>
              </a:ext>
            </a:extLst>
          </p:cNvPr>
          <p:cNvSpPr/>
          <p:nvPr userDrawn="1"/>
        </p:nvSpPr>
        <p:spPr bwMode="gray">
          <a:xfrm>
            <a:off x="-35474" y="-51516"/>
            <a:ext cx="12263945" cy="6915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lnSpc>
                <a:spcPct val="90000"/>
              </a:lnSpc>
              <a:spcAft>
                <a:spcPts val="1500"/>
              </a:spcAft>
            </a:pPr>
            <a:endParaRPr lang="en-GB" sz="2000" dirty="0">
              <a:solidFill>
                <a:schemeClr val="bg2"/>
              </a:solidFill>
            </a:endParaRPr>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C1004A"/>
              </a:gs>
              <a:gs pos="100000">
                <a:srgbClr val="C74A8D"/>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64" name="Group 63">
            <a:extLst>
              <a:ext uri="{FF2B5EF4-FFF2-40B4-BE49-F238E27FC236}">
                <a16:creationId xmlns:a16="http://schemas.microsoft.com/office/drawing/2014/main" id="{8302977B-56BB-1626-5606-8F501F165D91}"/>
              </a:ext>
            </a:extLst>
          </p:cNvPr>
          <p:cNvGrpSpPr/>
          <p:nvPr userDrawn="1"/>
        </p:nvGrpSpPr>
        <p:grpSpPr>
          <a:xfrm>
            <a:off x="12489757" y="3161750"/>
            <a:ext cx="1368152" cy="1198577"/>
            <a:chOff x="1818992" y="5460409"/>
            <a:chExt cx="1368152" cy="1198577"/>
          </a:xfrm>
        </p:grpSpPr>
        <p:sp>
          <p:nvSpPr>
            <p:cNvPr id="65" name="Graphic 636">
              <a:extLst>
                <a:ext uri="{FF2B5EF4-FFF2-40B4-BE49-F238E27FC236}">
                  <a16:creationId xmlns:a16="http://schemas.microsoft.com/office/drawing/2014/main" id="{3B3E75B4-4DA2-334C-EAB5-3C866BAF7029}"/>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66" name="Group 65">
              <a:extLst>
                <a:ext uri="{FF2B5EF4-FFF2-40B4-BE49-F238E27FC236}">
                  <a16:creationId xmlns:a16="http://schemas.microsoft.com/office/drawing/2014/main" id="{B22696E4-8D6B-1ADE-300C-9DBF683D7065}"/>
                </a:ext>
              </a:extLst>
            </p:cNvPr>
            <p:cNvGrpSpPr/>
            <p:nvPr/>
          </p:nvGrpSpPr>
          <p:grpSpPr bwMode="gray">
            <a:xfrm>
              <a:off x="1818992" y="5460409"/>
              <a:ext cx="1368152" cy="1198577"/>
              <a:chOff x="287524" y="3864469"/>
              <a:chExt cx="1368152" cy="1198577"/>
            </a:xfrm>
          </p:grpSpPr>
          <p:sp>
            <p:nvSpPr>
              <p:cNvPr id="67" name="TextBox 66">
                <a:extLst>
                  <a:ext uri="{FF2B5EF4-FFF2-40B4-BE49-F238E27FC236}">
                    <a16:creationId xmlns:a16="http://schemas.microsoft.com/office/drawing/2014/main" id="{4698F5FD-2B35-26F8-DF11-2B0C2490F3F2}"/>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68" name="Donut 24">
                <a:extLst>
                  <a:ext uri="{FF2B5EF4-FFF2-40B4-BE49-F238E27FC236}">
                    <a16:creationId xmlns:a16="http://schemas.microsoft.com/office/drawing/2014/main" id="{359B461C-5F81-5A4D-D434-ED3705F1E395}"/>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9" name="Freeform 5">
                <a:extLst>
                  <a:ext uri="{FF2B5EF4-FFF2-40B4-BE49-F238E27FC236}">
                    <a16:creationId xmlns:a16="http://schemas.microsoft.com/office/drawing/2014/main" id="{CBE8D9F7-0046-343B-138F-64E73FEAF7AA}"/>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nvGrpSpPr>
          <p:cNvPr id="70" name="Group 69">
            <a:extLst>
              <a:ext uri="{FF2B5EF4-FFF2-40B4-BE49-F238E27FC236}">
                <a16:creationId xmlns:a16="http://schemas.microsoft.com/office/drawing/2014/main" id="{B2A69B4B-D0D1-83E9-4BC4-DCF93CF3455F}"/>
              </a:ext>
            </a:extLst>
          </p:cNvPr>
          <p:cNvGrpSpPr/>
          <p:nvPr userDrawn="1"/>
        </p:nvGrpSpPr>
        <p:grpSpPr>
          <a:xfrm>
            <a:off x="12489757" y="4681068"/>
            <a:ext cx="1410696" cy="1198577"/>
            <a:chOff x="1818992" y="5460409"/>
            <a:chExt cx="1410696" cy="1198577"/>
          </a:xfrm>
        </p:grpSpPr>
        <p:sp>
          <p:nvSpPr>
            <p:cNvPr id="71" name="Graphic 636">
              <a:extLst>
                <a:ext uri="{FF2B5EF4-FFF2-40B4-BE49-F238E27FC236}">
                  <a16:creationId xmlns:a16="http://schemas.microsoft.com/office/drawing/2014/main" id="{8A76BED3-7818-E428-4036-4415FCC96B66}"/>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72" name="Group 71">
              <a:extLst>
                <a:ext uri="{FF2B5EF4-FFF2-40B4-BE49-F238E27FC236}">
                  <a16:creationId xmlns:a16="http://schemas.microsoft.com/office/drawing/2014/main" id="{100FF298-1EF2-53FF-60E9-3FD885803DE5}"/>
                </a:ext>
              </a:extLst>
            </p:cNvPr>
            <p:cNvGrpSpPr/>
            <p:nvPr/>
          </p:nvGrpSpPr>
          <p:grpSpPr bwMode="gray">
            <a:xfrm>
              <a:off x="1818992" y="5460409"/>
              <a:ext cx="1410696" cy="1198577"/>
              <a:chOff x="287524" y="3864469"/>
              <a:chExt cx="1410696" cy="1198577"/>
            </a:xfrm>
          </p:grpSpPr>
          <p:sp>
            <p:nvSpPr>
              <p:cNvPr id="73" name="TextBox 72">
                <a:extLst>
                  <a:ext uri="{FF2B5EF4-FFF2-40B4-BE49-F238E27FC236}">
                    <a16:creationId xmlns:a16="http://schemas.microsoft.com/office/drawing/2014/main" id="{9D073B30-EE74-C3BC-0C62-FFB3BDFC7546}"/>
                  </a:ext>
                </a:extLst>
              </p:cNvPr>
              <p:cNvSpPr txBox="1"/>
              <p:nvPr/>
            </p:nvSpPr>
            <p:spPr bwMode="gray">
              <a:xfrm>
                <a:off x="287524" y="4555215"/>
                <a:ext cx="1410696" cy="507831"/>
              </a:xfrm>
              <a:prstGeom prst="rect">
                <a:avLst/>
              </a:prstGeom>
              <a:noFill/>
            </p:spPr>
            <p:txBody>
              <a:bodyPr wrap="square" lIns="0" tIns="0" rIns="0" bIns="0" rtlCol="0">
                <a:spAutoFit/>
              </a:bodyPr>
              <a:lstStyle/>
              <a:p>
                <a:r>
                  <a:rPr lang="en-GB" sz="1100" dirty="0">
                    <a:solidFill>
                      <a:srgbClr val="000000"/>
                    </a:solidFill>
                  </a:rPr>
                  <a:t>This layout should only have a </a:t>
                </a:r>
                <a:br>
                  <a:rPr lang="en-GB" sz="1100" dirty="0">
                    <a:solidFill>
                      <a:srgbClr val="000000"/>
                    </a:solidFill>
                  </a:rPr>
                </a:br>
                <a:r>
                  <a:rPr lang="en-GB" sz="1100" dirty="0">
                    <a:solidFill>
                      <a:srgbClr val="000000"/>
                    </a:solidFill>
                  </a:rPr>
                  <a:t>white background</a:t>
                </a:r>
              </a:p>
            </p:txBody>
          </p:sp>
          <p:sp>
            <p:nvSpPr>
              <p:cNvPr id="74" name="Donut 24">
                <a:extLst>
                  <a:ext uri="{FF2B5EF4-FFF2-40B4-BE49-F238E27FC236}">
                    <a16:creationId xmlns:a16="http://schemas.microsoft.com/office/drawing/2014/main" id="{E6D7D58B-FCE4-35BF-E230-799E3D3AD175}"/>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Freeform 5">
                <a:extLst>
                  <a:ext uri="{FF2B5EF4-FFF2-40B4-BE49-F238E27FC236}">
                    <a16:creationId xmlns:a16="http://schemas.microsoft.com/office/drawing/2014/main" id="{70242E6C-7131-47ED-317F-386D4484E61F}"/>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4282053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x content full width (orange/yellow)">
    <p:bg bwMode="gray">
      <p:bgPr>
        <a:solidFill>
          <a:srgbClr val="FFFFFF"/>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E07DC569-B759-F009-2C13-F6BC4A7CFADD}"/>
              </a:ext>
            </a:extLst>
          </p:cNvPr>
          <p:cNvSpPr/>
          <p:nvPr userDrawn="1"/>
        </p:nvSpPr>
        <p:spPr bwMode="gray">
          <a:xfrm>
            <a:off x="-35474" y="-51516"/>
            <a:ext cx="12263945" cy="6915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bIns="90000" rtlCol="0" anchor="ctr"/>
          <a:lstStyle/>
          <a:p>
            <a:pPr algn="ctr">
              <a:lnSpc>
                <a:spcPct val="90000"/>
              </a:lnSpc>
              <a:spcAft>
                <a:spcPts val="1500"/>
              </a:spcAft>
            </a:pPr>
            <a:endParaRPr lang="en-GB" sz="2000" dirty="0">
              <a:solidFill>
                <a:schemeClr val="bg2"/>
              </a:solidFill>
            </a:endParaRPr>
          </a:p>
        </p:txBody>
      </p:sp>
      <p:sp>
        <p:nvSpPr>
          <p:cNvPr id="52" name="Freeform: Shape 51">
            <a:extLst>
              <a:ext uri="{FF2B5EF4-FFF2-40B4-BE49-F238E27FC236}">
                <a16:creationId xmlns:a16="http://schemas.microsoft.com/office/drawing/2014/main" id="{A953B143-BF03-868C-F8EA-0DD6DA700F94}"/>
              </a:ext>
            </a:extLst>
          </p:cNvPr>
          <p:cNvSpPr/>
          <p:nvPr userDrawn="1"/>
        </p:nvSpPr>
        <p:spPr>
          <a:xfrm>
            <a:off x="-30480" y="4885611"/>
            <a:ext cx="12252960" cy="1989910"/>
          </a:xfrm>
          <a:custGeom>
            <a:avLst/>
            <a:gdLst>
              <a:gd name="csX0" fmla="*/ 0 w 12192000"/>
              <a:gd name="csY0" fmla="*/ 109154 h 1980010"/>
              <a:gd name="csX1" fmla="*/ 162377 w 12192000"/>
              <a:gd name="csY1" fmla="*/ 142111 h 1980010"/>
              <a:gd name="csX2" fmla="*/ 2654321 w 12192000"/>
              <a:gd name="csY2" fmla="*/ 988660 h 1980010"/>
              <a:gd name="csX3" fmla="*/ 3593205 w 12192000"/>
              <a:gd name="csY3" fmla="*/ 1480997 h 1980010"/>
              <a:gd name="csX4" fmla="*/ 4048374 w 12192000"/>
              <a:gd name="csY4" fmla="*/ 1763274 h 1980010"/>
              <a:gd name="csX5" fmla="*/ 4366677 w 12192000"/>
              <a:gd name="csY5" fmla="*/ 1980010 h 1980010"/>
              <a:gd name="csX6" fmla="*/ 0 w 12192000"/>
              <a:gd name="csY6" fmla="*/ 1980010 h 1980010"/>
              <a:gd name="csX7" fmla="*/ 12192000 w 12192000"/>
              <a:gd name="csY7" fmla="*/ 0 h 1980010"/>
              <a:gd name="csX8" fmla="*/ 12192000 w 12192000"/>
              <a:gd name="csY8" fmla="*/ 1980010 h 1980010"/>
              <a:gd name="csX9" fmla="*/ 7206309 w 12192000"/>
              <a:gd name="csY9" fmla="*/ 1980010 h 1980010"/>
              <a:gd name="csX10" fmla="*/ 7524612 w 12192000"/>
              <a:gd name="csY10" fmla="*/ 1763274 h 1980010"/>
              <a:gd name="csX11" fmla="*/ 7979782 w 12192000"/>
              <a:gd name="csY11" fmla="*/ 1480997 h 1980010"/>
              <a:gd name="csX12" fmla="*/ 8918666 w 12192000"/>
              <a:gd name="csY12" fmla="*/ 988660 h 1980010"/>
              <a:gd name="csX13" fmla="*/ 12068560 w 12192000"/>
              <a:gd name="csY13" fmla="*/ 18050 h 1980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2192000" h="1980010">
                <a:moveTo>
                  <a:pt x="0" y="109154"/>
                </a:moveTo>
                <a:lnTo>
                  <a:pt x="162377" y="142111"/>
                </a:lnTo>
                <a:cubicBezTo>
                  <a:pt x="1030284" y="330905"/>
                  <a:pt x="1860763" y="613188"/>
                  <a:pt x="2654321" y="988660"/>
                </a:cubicBezTo>
                <a:cubicBezTo>
                  <a:pt x="2971700" y="1138278"/>
                  <a:pt x="3283968" y="1298800"/>
                  <a:pt x="3593205" y="1480997"/>
                </a:cubicBezTo>
                <a:cubicBezTo>
                  <a:pt x="3746397" y="1571444"/>
                  <a:pt x="3898103" y="1665543"/>
                  <a:pt x="4048374" y="1763274"/>
                </a:cubicBezTo>
                <a:lnTo>
                  <a:pt x="4366677" y="1980010"/>
                </a:lnTo>
                <a:lnTo>
                  <a:pt x="0" y="1980010"/>
                </a:lnTo>
                <a:close/>
                <a:moveTo>
                  <a:pt x="12192000" y="0"/>
                </a:moveTo>
                <a:lnTo>
                  <a:pt x="12192000" y="1980010"/>
                </a:lnTo>
                <a:lnTo>
                  <a:pt x="7206309" y="1980010"/>
                </a:lnTo>
                <a:lnTo>
                  <a:pt x="7524612" y="1763274"/>
                </a:lnTo>
                <a:cubicBezTo>
                  <a:pt x="7674884" y="1665543"/>
                  <a:pt x="7826591" y="1571444"/>
                  <a:pt x="7979782" y="1480997"/>
                </a:cubicBezTo>
                <a:cubicBezTo>
                  <a:pt x="8289014" y="1298800"/>
                  <a:pt x="8601282" y="1138278"/>
                  <a:pt x="8918666" y="988660"/>
                </a:cubicBezTo>
                <a:cubicBezTo>
                  <a:pt x="9910598" y="519320"/>
                  <a:pt x="10960238" y="195588"/>
                  <a:pt x="12068560" y="18050"/>
                </a:cubicBezTo>
                <a:close/>
              </a:path>
            </a:pathLst>
          </a:custGeom>
          <a:gradFill>
            <a:gsLst>
              <a:gs pos="0">
                <a:srgbClr val="F59D21"/>
              </a:gs>
              <a:gs pos="100000">
                <a:srgbClr val="F3D213"/>
              </a:gs>
            </a:gsLst>
            <a:lin ang="189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F8482FC1-869A-D33F-7102-00048EE9DD33}"/>
              </a:ext>
            </a:extLst>
          </p:cNvPr>
          <p:cNvSpPr>
            <a:spLocks noGrp="1"/>
          </p:cNvSpPr>
          <p:nvPr>
            <p:ph type="title" hasCustomPrompt="1"/>
          </p:nvPr>
        </p:nvSpPr>
        <p:spPr bwMode="gray">
          <a:xfrm>
            <a:off x="565200" y="703432"/>
            <a:ext cx="5240855" cy="950102"/>
          </a:xfrm>
        </p:spPr>
        <p:txBody>
          <a:bodyPr>
            <a:noAutofit/>
          </a:bodyPr>
          <a:lstStyle>
            <a:lvl1pPr>
              <a:defRPr sz="2000" b="0">
                <a:solidFill>
                  <a:schemeClr val="tx1"/>
                </a:solidFill>
                <a:latin typeface="+mn-lt"/>
              </a:defRPr>
            </a:lvl1pPr>
          </a:lstStyle>
          <a:p>
            <a:r>
              <a:rPr lang="en-US" dirty="0"/>
              <a:t>Click to add slide title here over two lines</a:t>
            </a:r>
            <a:endParaRPr lang="en-GB" dirty="0"/>
          </a:p>
        </p:txBody>
      </p:sp>
      <p:sp>
        <p:nvSpPr>
          <p:cNvPr id="3" name="Date Placeholder 2">
            <a:extLst>
              <a:ext uri="{FF2B5EF4-FFF2-40B4-BE49-F238E27FC236}">
                <a16:creationId xmlns:a16="http://schemas.microsoft.com/office/drawing/2014/main" id="{8783CC36-1B70-20D7-45DB-5D62E1049BAA}"/>
              </a:ext>
            </a:extLst>
          </p:cNvPr>
          <p:cNvSpPr>
            <a:spLocks noGrp="1"/>
          </p:cNvSpPr>
          <p:nvPr>
            <p:ph type="dt" sz="half" idx="10"/>
          </p:nvPr>
        </p:nvSpPr>
        <p:spPr bwMode="gray"/>
        <p:txBody>
          <a:bodyPr/>
          <a:lstStyle/>
          <a:p>
            <a:fld id="{AB0A35BD-F74D-42C8-AB8F-80A148DD6A10}" type="datetime1">
              <a:rPr lang="en-GB" smtClean="0"/>
              <a:t>25/09/2026</a:t>
            </a:fld>
            <a:endParaRPr lang="en-GB"/>
          </a:p>
        </p:txBody>
      </p:sp>
      <p:sp>
        <p:nvSpPr>
          <p:cNvPr id="4" name="Footer Placeholder 3">
            <a:extLst>
              <a:ext uri="{FF2B5EF4-FFF2-40B4-BE49-F238E27FC236}">
                <a16:creationId xmlns:a16="http://schemas.microsoft.com/office/drawing/2014/main" id="{B0A0496F-1036-E304-F64F-31E319A62540}"/>
              </a:ext>
            </a:extLst>
          </p:cNvPr>
          <p:cNvSpPr>
            <a:spLocks noGrp="1"/>
          </p:cNvSpPr>
          <p:nvPr>
            <p:ph type="ftr" sz="quarter" idx="11"/>
          </p:nvPr>
        </p:nvSpPr>
        <p:spPr bwMode="gray">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81272B57-2D8A-BAC6-C256-8AAE8360B5B1}"/>
              </a:ext>
            </a:extLst>
          </p:cNvPr>
          <p:cNvSpPr>
            <a:spLocks noGrp="1"/>
          </p:cNvSpPr>
          <p:nvPr>
            <p:ph type="sldNum" sz="quarter" idx="12"/>
          </p:nvPr>
        </p:nvSpPr>
        <p:spPr bwMode="gray"/>
        <p:txBody>
          <a:bodyPr/>
          <a:lstStyle/>
          <a:p>
            <a:fld id="{FC35CEA3-87EB-447D-B809-4C40576A5817}" type="slidenum">
              <a:rPr lang="en-GB" smtClean="0"/>
              <a:t>‹#›</a:t>
            </a:fld>
            <a:endParaRPr lang="en-GB"/>
          </a:p>
        </p:txBody>
      </p:sp>
      <p:grpSp>
        <p:nvGrpSpPr>
          <p:cNvPr id="19" name="Group 18">
            <a:extLst>
              <a:ext uri="{FF2B5EF4-FFF2-40B4-BE49-F238E27FC236}">
                <a16:creationId xmlns:a16="http://schemas.microsoft.com/office/drawing/2014/main" id="{ED584B64-27E8-6399-75DF-D9DABFF5587B}"/>
              </a:ext>
            </a:extLst>
          </p:cNvPr>
          <p:cNvGrpSpPr/>
          <p:nvPr userDrawn="1"/>
        </p:nvGrpSpPr>
        <p:grpSpPr bwMode="gray">
          <a:xfrm>
            <a:off x="-2253508" y="2922478"/>
            <a:ext cx="1980457" cy="3935522"/>
            <a:chOff x="-2220170" y="2850498"/>
            <a:chExt cx="1980457" cy="3935522"/>
          </a:xfrm>
        </p:grpSpPr>
        <p:sp>
          <p:nvSpPr>
            <p:cNvPr id="20" name="TextBox 19">
              <a:extLst>
                <a:ext uri="{FF2B5EF4-FFF2-40B4-BE49-F238E27FC236}">
                  <a16:creationId xmlns:a16="http://schemas.microsoft.com/office/drawing/2014/main" id="{B013C57A-6B41-41D3-8E2F-75E858FC8C64}"/>
                </a:ext>
              </a:extLst>
            </p:cNvPr>
            <p:cNvSpPr txBox="1"/>
            <p:nvPr/>
          </p:nvSpPr>
          <p:spPr bwMode="gray">
            <a:xfrm>
              <a:off x="-2220170" y="3554366"/>
              <a:ext cx="1980457" cy="3231654"/>
            </a:xfrm>
            <a:prstGeom prst="rect">
              <a:avLst/>
            </a:prstGeom>
            <a:noFill/>
          </p:spPr>
          <p:txBody>
            <a:bodyPr wrap="square" lIns="0" tIns="0" rIns="0" bIns="0" rtlCol="0">
              <a:spAutoFit/>
            </a:bodyPr>
            <a:lstStyle/>
            <a:p>
              <a:r>
                <a:rPr lang="en-GB" sz="1050" dirty="0">
                  <a:solidFill>
                    <a:srgbClr val="000000"/>
                  </a:solidFill>
                </a:rPr>
                <a:t>To format</a:t>
              </a:r>
              <a:r>
                <a:rPr lang="en-GB" sz="1050" baseline="0" dirty="0">
                  <a:solidFill>
                    <a:srgbClr val="000000"/>
                  </a:solidFill>
                </a:rPr>
                <a:t> the body text, simply highlight the specific line(s) of text and press the ‘increase/ decrease list level’ button (found to the right of the numbering button under the Home tab). Clicking the ‘increase list level’ button will take you through the available text styles. If you pass the text style you require simply click the ‘decrease list level’ button to go back through the text styles available.</a:t>
              </a:r>
            </a:p>
            <a:p>
              <a:endParaRPr lang="en-GB" sz="1050" baseline="0" dirty="0">
                <a:solidFill>
                  <a:srgbClr val="000000"/>
                </a:solidFill>
              </a:endParaRPr>
            </a:p>
            <a:p>
              <a:r>
                <a:rPr lang="en-GB" sz="1050" baseline="0" dirty="0">
                  <a:solidFill>
                    <a:srgbClr val="000000"/>
                  </a:solidFill>
                </a:rPr>
                <a:t>Do not use the bullet point button or numbering button these are pre built for you – you will find four levels of bullets and two levels of numbers are set up for you in these text styles already.</a:t>
              </a:r>
            </a:p>
          </p:txBody>
        </p:sp>
        <p:grpSp>
          <p:nvGrpSpPr>
            <p:cNvPr id="21" name="Group 20">
              <a:extLst>
                <a:ext uri="{FF2B5EF4-FFF2-40B4-BE49-F238E27FC236}">
                  <a16:creationId xmlns:a16="http://schemas.microsoft.com/office/drawing/2014/main" id="{F3F4EE7D-5EF0-C439-1E8A-087031536EA0}"/>
                </a:ext>
              </a:extLst>
            </p:cNvPr>
            <p:cNvGrpSpPr/>
            <p:nvPr userDrawn="1"/>
          </p:nvGrpSpPr>
          <p:grpSpPr bwMode="gray">
            <a:xfrm>
              <a:off x="-2220169" y="2850498"/>
              <a:ext cx="1136238" cy="608260"/>
              <a:chOff x="-2220169" y="2850498"/>
              <a:chExt cx="1136238" cy="608260"/>
            </a:xfrm>
          </p:grpSpPr>
          <p:grpSp>
            <p:nvGrpSpPr>
              <p:cNvPr id="22" name="Group 21">
                <a:extLst>
                  <a:ext uri="{FF2B5EF4-FFF2-40B4-BE49-F238E27FC236}">
                    <a16:creationId xmlns:a16="http://schemas.microsoft.com/office/drawing/2014/main" id="{7EF68997-F19E-C381-4A95-549F2A3D6440}"/>
                  </a:ext>
                </a:extLst>
              </p:cNvPr>
              <p:cNvGrpSpPr/>
              <p:nvPr/>
            </p:nvGrpSpPr>
            <p:grpSpPr bwMode="gray">
              <a:xfrm flipH="1">
                <a:off x="-2208542" y="2850498"/>
                <a:ext cx="540060" cy="540060"/>
                <a:chOff x="-2208542" y="2850498"/>
                <a:chExt cx="540060" cy="540060"/>
              </a:xfrm>
            </p:grpSpPr>
            <p:sp>
              <p:nvSpPr>
                <p:cNvPr id="34" name="Donut 24">
                  <a:extLst>
                    <a:ext uri="{FF2B5EF4-FFF2-40B4-BE49-F238E27FC236}">
                      <a16:creationId xmlns:a16="http://schemas.microsoft.com/office/drawing/2014/main" id="{8053A31D-C366-91D4-4693-32CFD0F81274}"/>
                    </a:ext>
                  </a:extLst>
                </p:cNvPr>
                <p:cNvSpPr/>
                <p:nvPr/>
              </p:nvSpPr>
              <p:spPr bwMode="gray">
                <a:xfrm>
                  <a:off x="-2208542"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35" name="Group 4">
                  <a:extLst>
                    <a:ext uri="{FF2B5EF4-FFF2-40B4-BE49-F238E27FC236}">
                      <a16:creationId xmlns:a16="http://schemas.microsoft.com/office/drawing/2014/main" id="{D44DAA51-5E58-55F5-8BB0-8D2DEB42D047}"/>
                    </a:ext>
                  </a:extLst>
                </p:cNvPr>
                <p:cNvGrpSpPr>
                  <a:grpSpLocks noChangeAspect="1"/>
                </p:cNvGrpSpPr>
                <p:nvPr/>
              </p:nvGrpSpPr>
              <p:grpSpPr bwMode="gray">
                <a:xfrm>
                  <a:off x="-2111269" y="2985253"/>
                  <a:ext cx="330076" cy="242523"/>
                  <a:chOff x="2018" y="401"/>
                  <a:chExt cx="3016" cy="2216"/>
                </a:xfrm>
              </p:grpSpPr>
              <p:sp>
                <p:nvSpPr>
                  <p:cNvPr id="36" name="Freeform 7">
                    <a:extLst>
                      <a:ext uri="{FF2B5EF4-FFF2-40B4-BE49-F238E27FC236}">
                        <a16:creationId xmlns:a16="http://schemas.microsoft.com/office/drawing/2014/main" id="{251C845B-B4CE-BF8F-5745-1E6E41AA0CE2}"/>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Freeform 8">
                    <a:extLst>
                      <a:ext uri="{FF2B5EF4-FFF2-40B4-BE49-F238E27FC236}">
                        <a16:creationId xmlns:a16="http://schemas.microsoft.com/office/drawing/2014/main" id="{0EA6216E-3E2F-0D75-93CD-863E2517C998}"/>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8" name="Freeform 9">
                    <a:extLst>
                      <a:ext uri="{FF2B5EF4-FFF2-40B4-BE49-F238E27FC236}">
                        <a16:creationId xmlns:a16="http://schemas.microsoft.com/office/drawing/2014/main" id="{5CDDEF6C-25CB-E7B4-80DD-CB114BAB1864}"/>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9" name="Freeform 10">
                    <a:extLst>
                      <a:ext uri="{FF2B5EF4-FFF2-40B4-BE49-F238E27FC236}">
                        <a16:creationId xmlns:a16="http://schemas.microsoft.com/office/drawing/2014/main" id="{699BEEA1-22C7-B45A-E6ED-679CBD0805BC}"/>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Freeform 11">
                    <a:extLst>
                      <a:ext uri="{FF2B5EF4-FFF2-40B4-BE49-F238E27FC236}">
                        <a16:creationId xmlns:a16="http://schemas.microsoft.com/office/drawing/2014/main" id="{C488E251-9BB1-65B1-734C-653277F13F80}"/>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1" name="Freeform 13">
                    <a:extLst>
                      <a:ext uri="{FF2B5EF4-FFF2-40B4-BE49-F238E27FC236}">
                        <a16:creationId xmlns:a16="http://schemas.microsoft.com/office/drawing/2014/main" id="{9DA0E3CA-7EB7-9F19-888E-674868ED9FD4}"/>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2" name="Freeform 14">
                    <a:extLst>
                      <a:ext uri="{FF2B5EF4-FFF2-40B4-BE49-F238E27FC236}">
                        <a16:creationId xmlns:a16="http://schemas.microsoft.com/office/drawing/2014/main" id="{4002BD7B-E1EF-5593-105F-26725FCAD1D6}"/>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3" name="Freeform 15">
                    <a:extLst>
                      <a:ext uri="{FF2B5EF4-FFF2-40B4-BE49-F238E27FC236}">
                        <a16:creationId xmlns:a16="http://schemas.microsoft.com/office/drawing/2014/main" id="{58BCAB5D-33A9-D9A4-5685-419E67C9B388}"/>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sp>
            <p:nvSpPr>
              <p:cNvPr id="23" name="Donut 24">
                <a:extLst>
                  <a:ext uri="{FF2B5EF4-FFF2-40B4-BE49-F238E27FC236}">
                    <a16:creationId xmlns:a16="http://schemas.microsoft.com/office/drawing/2014/main" id="{CEB0748E-D9C2-D9BC-770E-C748CEAE31A7}"/>
                  </a:ext>
                </a:extLst>
              </p:cNvPr>
              <p:cNvSpPr/>
              <p:nvPr/>
            </p:nvSpPr>
            <p:spPr bwMode="gray">
              <a:xfrm>
                <a:off x="-1623991" y="2850498"/>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4" name="Freeform 5">
                <a:extLst>
                  <a:ext uri="{FF2B5EF4-FFF2-40B4-BE49-F238E27FC236}">
                    <a16:creationId xmlns:a16="http://schemas.microsoft.com/office/drawing/2014/main" id="{221E9B11-F2FF-9B2E-9A84-6C62F119736E}"/>
                  </a:ext>
                </a:extLst>
              </p:cNvPr>
              <p:cNvSpPr>
                <a:spLocks noEditPoints="1"/>
              </p:cNvSpPr>
              <p:nvPr/>
            </p:nvSpPr>
            <p:spPr bwMode="gray">
              <a:xfrm>
                <a:off x="-2220169" y="3120528"/>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nvGrpSpPr>
              <p:cNvPr id="25" name="Group 4">
                <a:extLst>
                  <a:ext uri="{FF2B5EF4-FFF2-40B4-BE49-F238E27FC236}">
                    <a16:creationId xmlns:a16="http://schemas.microsoft.com/office/drawing/2014/main" id="{88B3DCD5-FD96-15FF-EA20-15A39CE79680}"/>
                  </a:ext>
                </a:extLst>
              </p:cNvPr>
              <p:cNvGrpSpPr>
                <a:grpSpLocks noChangeAspect="1"/>
              </p:cNvGrpSpPr>
              <p:nvPr/>
            </p:nvGrpSpPr>
            <p:grpSpPr bwMode="gray">
              <a:xfrm>
                <a:off x="-1526718" y="2985253"/>
                <a:ext cx="330076" cy="242523"/>
                <a:chOff x="2018" y="401"/>
                <a:chExt cx="3016" cy="2216"/>
              </a:xfrm>
            </p:grpSpPr>
            <p:sp>
              <p:nvSpPr>
                <p:cNvPr id="26" name="Freeform 7">
                  <a:extLst>
                    <a:ext uri="{FF2B5EF4-FFF2-40B4-BE49-F238E27FC236}">
                      <a16:creationId xmlns:a16="http://schemas.microsoft.com/office/drawing/2014/main" id="{6F2BAA4E-F06B-FE93-08CD-6C294A6128B1}"/>
                    </a:ext>
                  </a:extLst>
                </p:cNvPr>
                <p:cNvSpPr>
                  <a:spLocks/>
                </p:cNvSpPr>
                <p:nvPr/>
              </p:nvSpPr>
              <p:spPr bwMode="gray">
                <a:xfrm>
                  <a:off x="2360" y="401"/>
                  <a:ext cx="847" cy="307"/>
                </a:xfrm>
                <a:custGeom>
                  <a:avLst/>
                  <a:gdLst>
                    <a:gd name="T0" fmla="*/ 2 w 4791"/>
                    <a:gd name="T1" fmla="*/ 2 h 1737"/>
                    <a:gd name="T2" fmla="*/ 4791 w 4791"/>
                    <a:gd name="T3" fmla="*/ 2 h 1737"/>
                    <a:gd name="T4" fmla="*/ 4791 w 4791"/>
                    <a:gd name="T5" fmla="*/ 1737 h 1737"/>
                    <a:gd name="T6" fmla="*/ 3 w 4791"/>
                    <a:gd name="T7" fmla="*/ 1737 h 1737"/>
                    <a:gd name="T8" fmla="*/ 2 w 4791"/>
                    <a:gd name="T9" fmla="*/ 2 h 1737"/>
                  </a:gdLst>
                  <a:ahLst/>
                  <a:cxnLst>
                    <a:cxn ang="0">
                      <a:pos x="T0" y="T1"/>
                    </a:cxn>
                    <a:cxn ang="0">
                      <a:pos x="T2" y="T3"/>
                    </a:cxn>
                    <a:cxn ang="0">
                      <a:pos x="T4" y="T5"/>
                    </a:cxn>
                    <a:cxn ang="0">
                      <a:pos x="T6" y="T7"/>
                    </a:cxn>
                    <a:cxn ang="0">
                      <a:pos x="T8" y="T9"/>
                    </a:cxn>
                  </a:cxnLst>
                  <a:rect l="0" t="0" r="r" b="b"/>
                  <a:pathLst>
                    <a:path w="4791" h="1737">
                      <a:moveTo>
                        <a:pt x="2" y="2"/>
                      </a:moveTo>
                      <a:cubicBezTo>
                        <a:pt x="1594" y="0"/>
                        <a:pt x="3199" y="1"/>
                        <a:pt x="4791" y="2"/>
                      </a:cubicBezTo>
                      <a:cubicBezTo>
                        <a:pt x="4791" y="580"/>
                        <a:pt x="4791" y="1158"/>
                        <a:pt x="4791" y="1737"/>
                      </a:cubicBezTo>
                      <a:cubicBezTo>
                        <a:pt x="3195" y="1737"/>
                        <a:pt x="1599" y="1736"/>
                        <a:pt x="3" y="1737"/>
                      </a:cubicBezTo>
                      <a:cubicBezTo>
                        <a:pt x="0" y="1159"/>
                        <a:pt x="2" y="580"/>
                        <a:pt x="2"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7" name="Freeform 8">
                  <a:extLst>
                    <a:ext uri="{FF2B5EF4-FFF2-40B4-BE49-F238E27FC236}">
                      <a16:creationId xmlns:a16="http://schemas.microsoft.com/office/drawing/2014/main" id="{82E2998B-CB73-DCC6-A71E-1E418A5825E2}"/>
                    </a:ext>
                  </a:extLst>
                </p:cNvPr>
                <p:cNvSpPr>
                  <a:spLocks/>
                </p:cNvSpPr>
                <p:nvPr/>
              </p:nvSpPr>
              <p:spPr bwMode="gray">
                <a:xfrm>
                  <a:off x="3300" y="401"/>
                  <a:ext cx="1734" cy="307"/>
                </a:xfrm>
                <a:custGeom>
                  <a:avLst/>
                  <a:gdLst>
                    <a:gd name="T0" fmla="*/ 1 w 9814"/>
                    <a:gd name="T1" fmla="*/ 2 h 1737"/>
                    <a:gd name="T2" fmla="*/ 9814 w 9814"/>
                    <a:gd name="T3" fmla="*/ 1 h 1737"/>
                    <a:gd name="T4" fmla="*/ 9814 w 9814"/>
                    <a:gd name="T5" fmla="*/ 1737 h 1737"/>
                    <a:gd name="T6" fmla="*/ 0 w 9814"/>
                    <a:gd name="T7" fmla="*/ 1737 h 1737"/>
                    <a:gd name="T8" fmla="*/ 1 w 9814"/>
                    <a:gd name="T9" fmla="*/ 2 h 1737"/>
                  </a:gdLst>
                  <a:ahLst/>
                  <a:cxnLst>
                    <a:cxn ang="0">
                      <a:pos x="T0" y="T1"/>
                    </a:cxn>
                    <a:cxn ang="0">
                      <a:pos x="T2" y="T3"/>
                    </a:cxn>
                    <a:cxn ang="0">
                      <a:pos x="T4" y="T5"/>
                    </a:cxn>
                    <a:cxn ang="0">
                      <a:pos x="T6" y="T7"/>
                    </a:cxn>
                    <a:cxn ang="0">
                      <a:pos x="T8" y="T9"/>
                    </a:cxn>
                  </a:cxnLst>
                  <a:rect l="0" t="0" r="r" b="b"/>
                  <a:pathLst>
                    <a:path w="9814" h="1737">
                      <a:moveTo>
                        <a:pt x="1" y="2"/>
                      </a:moveTo>
                      <a:cubicBezTo>
                        <a:pt x="3271" y="0"/>
                        <a:pt x="6543" y="1"/>
                        <a:pt x="9814" y="1"/>
                      </a:cubicBezTo>
                      <a:lnTo>
                        <a:pt x="9814" y="1737"/>
                      </a:lnTo>
                      <a:cubicBezTo>
                        <a:pt x="6543" y="1737"/>
                        <a:pt x="3272" y="1736"/>
                        <a:pt x="0" y="1737"/>
                      </a:cubicBezTo>
                      <a:cubicBezTo>
                        <a:pt x="0" y="1159"/>
                        <a:pt x="0" y="580"/>
                        <a:pt x="1" y="2"/>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Freeform 9">
                  <a:extLst>
                    <a:ext uri="{FF2B5EF4-FFF2-40B4-BE49-F238E27FC236}">
                      <a16:creationId xmlns:a16="http://schemas.microsoft.com/office/drawing/2014/main" id="{75AE0A7E-F4F9-94CB-5663-2FE6C50631A8}"/>
                    </a:ext>
                  </a:extLst>
                </p:cNvPr>
                <p:cNvSpPr>
                  <a:spLocks/>
                </p:cNvSpPr>
                <p:nvPr/>
              </p:nvSpPr>
              <p:spPr bwMode="gray">
                <a:xfrm>
                  <a:off x="3300" y="877"/>
                  <a:ext cx="1734" cy="311"/>
                </a:xfrm>
                <a:custGeom>
                  <a:avLst/>
                  <a:gdLst>
                    <a:gd name="T0" fmla="*/ 0 w 9814"/>
                    <a:gd name="T1" fmla="*/ 0 h 2561"/>
                    <a:gd name="T2" fmla="*/ 9814 w 9814"/>
                    <a:gd name="T3" fmla="*/ 1 h 2561"/>
                    <a:gd name="T4" fmla="*/ 9814 w 9814"/>
                    <a:gd name="T5" fmla="*/ 2561 h 2561"/>
                    <a:gd name="T6" fmla="*/ 0 w 9814"/>
                    <a:gd name="T7" fmla="*/ 2561 h 2561"/>
                    <a:gd name="T8" fmla="*/ 0 w 9814"/>
                    <a:gd name="T9" fmla="*/ 0 h 2561"/>
                  </a:gdLst>
                  <a:ahLst/>
                  <a:cxnLst>
                    <a:cxn ang="0">
                      <a:pos x="T0" y="T1"/>
                    </a:cxn>
                    <a:cxn ang="0">
                      <a:pos x="T2" y="T3"/>
                    </a:cxn>
                    <a:cxn ang="0">
                      <a:pos x="T4" y="T5"/>
                    </a:cxn>
                    <a:cxn ang="0">
                      <a:pos x="T6" y="T7"/>
                    </a:cxn>
                    <a:cxn ang="0">
                      <a:pos x="T8" y="T9"/>
                    </a:cxn>
                  </a:cxnLst>
                  <a:rect l="0" t="0" r="r" b="b"/>
                  <a:pathLst>
                    <a:path w="9814" h="2561">
                      <a:moveTo>
                        <a:pt x="0" y="0"/>
                      </a:moveTo>
                      <a:cubicBezTo>
                        <a:pt x="3271" y="1"/>
                        <a:pt x="6543" y="1"/>
                        <a:pt x="9814" y="1"/>
                      </a:cubicBezTo>
                      <a:lnTo>
                        <a:pt x="9814" y="2561"/>
                      </a:lnTo>
                      <a:cubicBezTo>
                        <a:pt x="6543" y="2561"/>
                        <a:pt x="3271" y="2560"/>
                        <a:pt x="0" y="2561"/>
                      </a:cubicBezTo>
                      <a:cubicBezTo>
                        <a:pt x="0" y="1708"/>
                        <a:pt x="0" y="854"/>
                        <a:pt x="0"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Freeform 10">
                  <a:extLst>
                    <a:ext uri="{FF2B5EF4-FFF2-40B4-BE49-F238E27FC236}">
                      <a16:creationId xmlns:a16="http://schemas.microsoft.com/office/drawing/2014/main" id="{67069A6A-5386-751F-DC69-1B7C94ED7C9F}"/>
                    </a:ext>
                  </a:extLst>
                </p:cNvPr>
                <p:cNvSpPr>
                  <a:spLocks/>
                </p:cNvSpPr>
                <p:nvPr/>
              </p:nvSpPr>
              <p:spPr bwMode="gray">
                <a:xfrm>
                  <a:off x="2018" y="944"/>
                  <a:ext cx="1172" cy="892"/>
                </a:xfrm>
                <a:custGeom>
                  <a:avLst/>
                  <a:gdLst>
                    <a:gd name="T0" fmla="*/ 2824 w 6635"/>
                    <a:gd name="T1" fmla="*/ 0 h 5043"/>
                    <a:gd name="T2" fmla="*/ 2878 w 6635"/>
                    <a:gd name="T3" fmla="*/ 15 h 5043"/>
                    <a:gd name="T4" fmla="*/ 6627 w 6635"/>
                    <a:gd name="T5" fmla="*/ 2635 h 5043"/>
                    <a:gd name="T6" fmla="*/ 6570 w 6635"/>
                    <a:gd name="T7" fmla="*/ 2683 h 5043"/>
                    <a:gd name="T8" fmla="*/ 2824 w 6635"/>
                    <a:gd name="T9" fmla="*/ 5043 h 5043"/>
                    <a:gd name="T10" fmla="*/ 2823 w 6635"/>
                    <a:gd name="T11" fmla="*/ 3688 h 5043"/>
                    <a:gd name="T12" fmla="*/ 0 w 6635"/>
                    <a:gd name="T13" fmla="*/ 3688 h 5043"/>
                    <a:gd name="T14" fmla="*/ 0 w 6635"/>
                    <a:gd name="T15" fmla="*/ 1545 h 5043"/>
                    <a:gd name="T16" fmla="*/ 2823 w 6635"/>
                    <a:gd name="T17" fmla="*/ 1546 h 5043"/>
                    <a:gd name="T18" fmla="*/ 2824 w 6635"/>
                    <a:gd name="T19" fmla="*/ 0 h 5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635" h="5043">
                      <a:moveTo>
                        <a:pt x="2824" y="0"/>
                      </a:moveTo>
                      <a:cubicBezTo>
                        <a:pt x="2845" y="1"/>
                        <a:pt x="2861" y="1"/>
                        <a:pt x="2878" y="15"/>
                      </a:cubicBezTo>
                      <a:cubicBezTo>
                        <a:pt x="4127" y="888"/>
                        <a:pt x="5378" y="1763"/>
                        <a:pt x="6627" y="2635"/>
                      </a:cubicBezTo>
                      <a:cubicBezTo>
                        <a:pt x="6635" y="2656"/>
                        <a:pt x="6583" y="2671"/>
                        <a:pt x="6570" y="2683"/>
                      </a:cubicBezTo>
                      <a:cubicBezTo>
                        <a:pt x="5322" y="3470"/>
                        <a:pt x="4072" y="4256"/>
                        <a:pt x="2824" y="5043"/>
                      </a:cubicBezTo>
                      <a:cubicBezTo>
                        <a:pt x="2821" y="4592"/>
                        <a:pt x="2823" y="4140"/>
                        <a:pt x="2823" y="3688"/>
                      </a:cubicBezTo>
                      <a:cubicBezTo>
                        <a:pt x="1882" y="3688"/>
                        <a:pt x="941" y="3688"/>
                        <a:pt x="0" y="3688"/>
                      </a:cubicBezTo>
                      <a:lnTo>
                        <a:pt x="0" y="1545"/>
                      </a:lnTo>
                      <a:cubicBezTo>
                        <a:pt x="941" y="1545"/>
                        <a:pt x="1882" y="1545"/>
                        <a:pt x="2823" y="1546"/>
                      </a:cubicBezTo>
                      <a:cubicBezTo>
                        <a:pt x="2823" y="1031"/>
                        <a:pt x="2821" y="515"/>
                        <a:pt x="2824" y="0"/>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Freeform 11">
                  <a:extLst>
                    <a:ext uri="{FF2B5EF4-FFF2-40B4-BE49-F238E27FC236}">
                      <a16:creationId xmlns:a16="http://schemas.microsoft.com/office/drawing/2014/main" id="{AAA79487-AB20-B5FB-D107-274A54902C68}"/>
                    </a:ext>
                  </a:extLst>
                </p:cNvPr>
                <p:cNvSpPr>
                  <a:spLocks/>
                </p:cNvSpPr>
                <p:nvPr/>
              </p:nvSpPr>
              <p:spPr bwMode="gray">
                <a:xfrm>
                  <a:off x="3300" y="1356"/>
                  <a:ext cx="1734" cy="311"/>
                </a:xfrm>
                <a:custGeom>
                  <a:avLst/>
                  <a:gdLst>
                    <a:gd name="T0" fmla="*/ 0 w 9814"/>
                    <a:gd name="T1" fmla="*/ 1 h 2561"/>
                    <a:gd name="T2" fmla="*/ 9814 w 9814"/>
                    <a:gd name="T3" fmla="*/ 1 h 2561"/>
                    <a:gd name="T4" fmla="*/ 9814 w 9814"/>
                    <a:gd name="T5" fmla="*/ 2561 h 2561"/>
                    <a:gd name="T6" fmla="*/ 1 w 9814"/>
                    <a:gd name="T7" fmla="*/ 2561 h 2561"/>
                    <a:gd name="T8" fmla="*/ 0 w 9814"/>
                    <a:gd name="T9" fmla="*/ 1 h 2561"/>
                  </a:gdLst>
                  <a:ahLst/>
                  <a:cxnLst>
                    <a:cxn ang="0">
                      <a:pos x="T0" y="T1"/>
                    </a:cxn>
                    <a:cxn ang="0">
                      <a:pos x="T2" y="T3"/>
                    </a:cxn>
                    <a:cxn ang="0">
                      <a:pos x="T4" y="T5"/>
                    </a:cxn>
                    <a:cxn ang="0">
                      <a:pos x="T6" y="T7"/>
                    </a:cxn>
                    <a:cxn ang="0">
                      <a:pos x="T8" y="T9"/>
                    </a:cxn>
                  </a:cxnLst>
                  <a:rect l="0" t="0" r="r" b="b"/>
                  <a:pathLst>
                    <a:path w="9814" h="2561">
                      <a:moveTo>
                        <a:pt x="0" y="1"/>
                      </a:moveTo>
                      <a:cubicBezTo>
                        <a:pt x="3271" y="0"/>
                        <a:pt x="6543" y="1"/>
                        <a:pt x="9814" y="1"/>
                      </a:cubicBezTo>
                      <a:lnTo>
                        <a:pt x="9814" y="2561"/>
                      </a:lnTo>
                      <a:cubicBezTo>
                        <a:pt x="6543" y="2561"/>
                        <a:pt x="3272" y="2561"/>
                        <a:pt x="1" y="2561"/>
                      </a:cubicBezTo>
                      <a:cubicBezTo>
                        <a:pt x="0" y="1708"/>
                        <a:pt x="0" y="854"/>
                        <a:pt x="0"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Freeform 13">
                  <a:extLst>
                    <a:ext uri="{FF2B5EF4-FFF2-40B4-BE49-F238E27FC236}">
                      <a16:creationId xmlns:a16="http://schemas.microsoft.com/office/drawing/2014/main" id="{2E698449-5F32-AAD0-95DE-EB3715FBE232}"/>
                    </a:ext>
                  </a:extLst>
                </p:cNvPr>
                <p:cNvSpPr>
                  <a:spLocks/>
                </p:cNvSpPr>
                <p:nvPr/>
              </p:nvSpPr>
              <p:spPr bwMode="gray">
                <a:xfrm>
                  <a:off x="3300" y="1836"/>
                  <a:ext cx="1734" cy="306"/>
                </a:xfrm>
                <a:custGeom>
                  <a:avLst/>
                  <a:gdLst>
                    <a:gd name="T0" fmla="*/ 0 w 9814"/>
                    <a:gd name="T1" fmla="*/ 0 h 1736"/>
                    <a:gd name="T2" fmla="*/ 9814 w 9814"/>
                    <a:gd name="T3" fmla="*/ 0 h 1736"/>
                    <a:gd name="T4" fmla="*/ 9814 w 9814"/>
                    <a:gd name="T5" fmla="*/ 1736 h 1736"/>
                    <a:gd name="T6" fmla="*/ 0 w 9814"/>
                    <a:gd name="T7" fmla="*/ 1736 h 1736"/>
                    <a:gd name="T8" fmla="*/ 0 w 9814"/>
                    <a:gd name="T9" fmla="*/ 0 h 1736"/>
                  </a:gdLst>
                  <a:ahLst/>
                  <a:cxnLst>
                    <a:cxn ang="0">
                      <a:pos x="T0" y="T1"/>
                    </a:cxn>
                    <a:cxn ang="0">
                      <a:pos x="T2" y="T3"/>
                    </a:cxn>
                    <a:cxn ang="0">
                      <a:pos x="T4" y="T5"/>
                    </a:cxn>
                    <a:cxn ang="0">
                      <a:pos x="T6" y="T7"/>
                    </a:cxn>
                    <a:cxn ang="0">
                      <a:pos x="T8" y="T9"/>
                    </a:cxn>
                  </a:cxnLst>
                  <a:rect l="0" t="0" r="r" b="b"/>
                  <a:pathLst>
                    <a:path w="9814" h="1736">
                      <a:moveTo>
                        <a:pt x="0" y="0"/>
                      </a:moveTo>
                      <a:cubicBezTo>
                        <a:pt x="3272" y="0"/>
                        <a:pt x="6543" y="0"/>
                        <a:pt x="9814" y="0"/>
                      </a:cubicBezTo>
                      <a:lnTo>
                        <a:pt x="9814" y="1736"/>
                      </a:lnTo>
                      <a:cubicBezTo>
                        <a:pt x="6543" y="1736"/>
                        <a:pt x="3271" y="1736"/>
                        <a:pt x="0" y="1736"/>
                      </a:cubicBezTo>
                      <a:cubicBezTo>
                        <a:pt x="0" y="1157"/>
                        <a:pt x="0" y="578"/>
                        <a:pt x="0" y="0"/>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Freeform 14">
                  <a:extLst>
                    <a:ext uri="{FF2B5EF4-FFF2-40B4-BE49-F238E27FC236}">
                      <a16:creationId xmlns:a16="http://schemas.microsoft.com/office/drawing/2014/main" id="{B5D2D709-5812-CBFC-7C3E-A7A2F894DDE3}"/>
                    </a:ext>
                  </a:extLst>
                </p:cNvPr>
                <p:cNvSpPr>
                  <a:spLocks/>
                </p:cNvSpPr>
                <p:nvPr/>
              </p:nvSpPr>
              <p:spPr bwMode="gray">
                <a:xfrm>
                  <a:off x="2361" y="2310"/>
                  <a:ext cx="846" cy="307"/>
                </a:xfrm>
                <a:custGeom>
                  <a:avLst/>
                  <a:gdLst>
                    <a:gd name="T0" fmla="*/ 1 w 4790"/>
                    <a:gd name="T1" fmla="*/ 1 h 1737"/>
                    <a:gd name="T2" fmla="*/ 4790 w 4790"/>
                    <a:gd name="T3" fmla="*/ 1 h 1737"/>
                    <a:gd name="T4" fmla="*/ 4790 w 4790"/>
                    <a:gd name="T5" fmla="*/ 1736 h 1737"/>
                    <a:gd name="T6" fmla="*/ 1 w 4790"/>
                    <a:gd name="T7" fmla="*/ 1736 h 1737"/>
                    <a:gd name="T8" fmla="*/ 1 w 4790"/>
                    <a:gd name="T9" fmla="*/ 1 h 1737"/>
                  </a:gdLst>
                  <a:ahLst/>
                  <a:cxnLst>
                    <a:cxn ang="0">
                      <a:pos x="T0" y="T1"/>
                    </a:cxn>
                    <a:cxn ang="0">
                      <a:pos x="T2" y="T3"/>
                    </a:cxn>
                    <a:cxn ang="0">
                      <a:pos x="T4" y="T5"/>
                    </a:cxn>
                    <a:cxn ang="0">
                      <a:pos x="T6" y="T7"/>
                    </a:cxn>
                    <a:cxn ang="0">
                      <a:pos x="T8" y="T9"/>
                    </a:cxn>
                  </a:cxnLst>
                  <a:rect l="0" t="0" r="r" b="b"/>
                  <a:pathLst>
                    <a:path w="4790" h="1737">
                      <a:moveTo>
                        <a:pt x="1" y="1"/>
                      </a:moveTo>
                      <a:cubicBezTo>
                        <a:pt x="1592" y="0"/>
                        <a:pt x="3199" y="1"/>
                        <a:pt x="4790" y="1"/>
                      </a:cubicBezTo>
                      <a:cubicBezTo>
                        <a:pt x="4790" y="579"/>
                        <a:pt x="4790" y="1157"/>
                        <a:pt x="4790" y="1736"/>
                      </a:cubicBezTo>
                      <a:cubicBezTo>
                        <a:pt x="3194" y="1737"/>
                        <a:pt x="1597" y="1736"/>
                        <a:pt x="1" y="1736"/>
                      </a:cubicBezTo>
                      <a:cubicBezTo>
                        <a:pt x="1" y="1159"/>
                        <a:pt x="0" y="578"/>
                        <a:pt x="1" y="1"/>
                      </a:cubicBezTo>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Freeform 15">
                  <a:extLst>
                    <a:ext uri="{FF2B5EF4-FFF2-40B4-BE49-F238E27FC236}">
                      <a16:creationId xmlns:a16="http://schemas.microsoft.com/office/drawing/2014/main" id="{FA6F0F80-6508-AF57-37D4-7F0B5897924F}"/>
                    </a:ext>
                  </a:extLst>
                </p:cNvPr>
                <p:cNvSpPr>
                  <a:spLocks/>
                </p:cNvSpPr>
                <p:nvPr/>
              </p:nvSpPr>
              <p:spPr bwMode="gray">
                <a:xfrm>
                  <a:off x="3300" y="2310"/>
                  <a:ext cx="1734" cy="307"/>
                </a:xfrm>
                <a:custGeom>
                  <a:avLst/>
                  <a:gdLst>
                    <a:gd name="T0" fmla="*/ 1 w 9814"/>
                    <a:gd name="T1" fmla="*/ 1 h 1736"/>
                    <a:gd name="T2" fmla="*/ 9814 w 9814"/>
                    <a:gd name="T3" fmla="*/ 0 h 1736"/>
                    <a:gd name="T4" fmla="*/ 9814 w 9814"/>
                    <a:gd name="T5" fmla="*/ 1736 h 1736"/>
                    <a:gd name="T6" fmla="*/ 0 w 9814"/>
                    <a:gd name="T7" fmla="*/ 1736 h 1736"/>
                    <a:gd name="T8" fmla="*/ 1 w 9814"/>
                    <a:gd name="T9" fmla="*/ 1 h 1736"/>
                  </a:gdLst>
                  <a:ahLst/>
                  <a:cxnLst>
                    <a:cxn ang="0">
                      <a:pos x="T0" y="T1"/>
                    </a:cxn>
                    <a:cxn ang="0">
                      <a:pos x="T2" y="T3"/>
                    </a:cxn>
                    <a:cxn ang="0">
                      <a:pos x="T4" y="T5"/>
                    </a:cxn>
                    <a:cxn ang="0">
                      <a:pos x="T6" y="T7"/>
                    </a:cxn>
                    <a:cxn ang="0">
                      <a:pos x="T8" y="T9"/>
                    </a:cxn>
                  </a:cxnLst>
                  <a:rect l="0" t="0" r="r" b="b"/>
                  <a:pathLst>
                    <a:path w="9814" h="1736">
                      <a:moveTo>
                        <a:pt x="1" y="1"/>
                      </a:moveTo>
                      <a:cubicBezTo>
                        <a:pt x="3272" y="0"/>
                        <a:pt x="6543" y="1"/>
                        <a:pt x="9814" y="0"/>
                      </a:cubicBezTo>
                      <a:lnTo>
                        <a:pt x="9814" y="1736"/>
                      </a:lnTo>
                      <a:cubicBezTo>
                        <a:pt x="6542" y="1736"/>
                        <a:pt x="3271" y="1736"/>
                        <a:pt x="0" y="1736"/>
                      </a:cubicBezTo>
                      <a:cubicBezTo>
                        <a:pt x="1" y="1158"/>
                        <a:pt x="0" y="579"/>
                        <a:pt x="1" y="1"/>
                      </a:cubicBezTo>
                      <a:close/>
                    </a:path>
                  </a:pathLst>
                </a:custGeom>
                <a:solidFill>
                  <a:srgbClr val="01010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grpSp>
      </p:grpSp>
      <p:grpSp>
        <p:nvGrpSpPr>
          <p:cNvPr id="14" name="Group 13">
            <a:extLst>
              <a:ext uri="{FF2B5EF4-FFF2-40B4-BE49-F238E27FC236}">
                <a16:creationId xmlns:a16="http://schemas.microsoft.com/office/drawing/2014/main" id="{4F278B37-4329-2119-4CEB-25D3A31CE621}"/>
              </a:ext>
            </a:extLst>
          </p:cNvPr>
          <p:cNvGrpSpPr/>
          <p:nvPr userDrawn="1"/>
        </p:nvGrpSpPr>
        <p:grpSpPr>
          <a:xfrm>
            <a:off x="-2354165" y="0"/>
            <a:ext cx="2136050" cy="2405077"/>
            <a:chOff x="-2894937" y="237108"/>
            <a:chExt cx="2136050" cy="2405077"/>
          </a:xfrm>
        </p:grpSpPr>
        <p:pic>
          <p:nvPicPr>
            <p:cNvPr id="15" name="Graphic 14">
              <a:extLst>
                <a:ext uri="{FF2B5EF4-FFF2-40B4-BE49-F238E27FC236}">
                  <a16:creationId xmlns:a16="http://schemas.microsoft.com/office/drawing/2014/main" id="{87C0D5FB-A6F9-6B58-A00A-F61B514F9FB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94937" y="237108"/>
              <a:ext cx="688256" cy="666680"/>
            </a:xfrm>
            <a:prstGeom prst="rect">
              <a:avLst/>
            </a:prstGeom>
          </p:spPr>
        </p:pic>
        <p:grpSp>
          <p:nvGrpSpPr>
            <p:cNvPr id="17" name="Group 16">
              <a:extLst>
                <a:ext uri="{FF2B5EF4-FFF2-40B4-BE49-F238E27FC236}">
                  <a16:creationId xmlns:a16="http://schemas.microsoft.com/office/drawing/2014/main" id="{8D751376-E0DB-C35A-F99B-DE215DBBB2D2}"/>
                </a:ext>
              </a:extLst>
            </p:cNvPr>
            <p:cNvGrpSpPr/>
            <p:nvPr/>
          </p:nvGrpSpPr>
          <p:grpSpPr bwMode="gray">
            <a:xfrm>
              <a:off x="-2788982" y="249901"/>
              <a:ext cx="2030095" cy="2392284"/>
              <a:chOff x="4421268" y="144673"/>
              <a:chExt cx="2030095" cy="2392284"/>
            </a:xfrm>
          </p:grpSpPr>
          <p:sp>
            <p:nvSpPr>
              <p:cNvPr id="44" name="TextBox 43">
                <a:extLst>
                  <a:ext uri="{FF2B5EF4-FFF2-40B4-BE49-F238E27FC236}">
                    <a16:creationId xmlns:a16="http://schemas.microsoft.com/office/drawing/2014/main" id="{589880F8-CD68-5D68-6289-F8F51C710923}"/>
                  </a:ext>
                </a:extLst>
              </p:cNvPr>
              <p:cNvSpPr txBox="1"/>
              <p:nvPr/>
            </p:nvSpPr>
            <p:spPr bwMode="gray">
              <a:xfrm>
                <a:off x="4421268" y="844186"/>
                <a:ext cx="2030095" cy="1692771"/>
              </a:xfrm>
              <a:prstGeom prst="rect">
                <a:avLst/>
              </a:prstGeom>
              <a:noFill/>
            </p:spPr>
            <p:txBody>
              <a:bodyPr wrap="square" lIns="0" tIns="0" rIns="0" bIns="0" rtlCol="0">
                <a:spAutoFit/>
              </a:bodyPr>
              <a:lstStyle/>
              <a:p>
                <a:r>
                  <a:rPr lang="en-GB" sz="1100" dirty="0">
                    <a:solidFill>
                      <a:srgbClr val="000000"/>
                    </a:solidFill>
                  </a:rPr>
                  <a:t>For the main title of your slide we always want to draw attention to one key word – to do this select your one key word from the title and change it to </a:t>
                </a:r>
                <a:r>
                  <a:rPr lang="en-GB" sz="1100" dirty="0">
                    <a:solidFill>
                      <a:srgbClr val="000000"/>
                    </a:solidFill>
                    <a:latin typeface="+mj-lt"/>
                  </a:rPr>
                  <a:t>40pt</a:t>
                </a:r>
                <a:r>
                  <a:rPr lang="en-GB" sz="1100" dirty="0">
                    <a:solidFill>
                      <a:srgbClr val="000000"/>
                    </a:solidFill>
                  </a:rPr>
                  <a:t> </a:t>
                </a:r>
                <a:r>
                  <a:rPr lang="en-GB" sz="1100" dirty="0">
                    <a:solidFill>
                      <a:srgbClr val="000000"/>
                    </a:solidFill>
                    <a:latin typeface="+mj-lt"/>
                  </a:rPr>
                  <a:t>Arial Black </a:t>
                </a:r>
                <a:r>
                  <a:rPr lang="en-GB" sz="1100" dirty="0">
                    <a:solidFill>
                      <a:srgbClr val="000000"/>
                    </a:solidFill>
                  </a:rPr>
                  <a:t>font.</a:t>
                </a:r>
              </a:p>
              <a:p>
                <a:endParaRPr lang="en-GB" sz="1100" dirty="0">
                  <a:solidFill>
                    <a:srgbClr val="000000"/>
                  </a:solidFill>
                </a:endParaRPr>
              </a:p>
              <a:p>
                <a:r>
                  <a:rPr lang="en-GB" sz="1100" dirty="0">
                    <a:solidFill>
                      <a:srgbClr val="000000"/>
                    </a:solidFill>
                  </a:rPr>
                  <a:t>(Main titles should always be ALL CAPS)</a:t>
                </a:r>
              </a:p>
              <a:p>
                <a:endParaRPr lang="en-GB" sz="1100" dirty="0">
                  <a:solidFill>
                    <a:srgbClr val="000000"/>
                  </a:solidFill>
                </a:endParaRPr>
              </a:p>
            </p:txBody>
          </p:sp>
          <p:grpSp>
            <p:nvGrpSpPr>
              <p:cNvPr id="45" name="Group 44">
                <a:extLst>
                  <a:ext uri="{FF2B5EF4-FFF2-40B4-BE49-F238E27FC236}">
                    <a16:creationId xmlns:a16="http://schemas.microsoft.com/office/drawing/2014/main" id="{CD04C2E0-8C16-2245-1454-E25160D9E912}"/>
                  </a:ext>
                </a:extLst>
              </p:cNvPr>
              <p:cNvGrpSpPr/>
              <p:nvPr/>
            </p:nvGrpSpPr>
            <p:grpSpPr bwMode="gray">
              <a:xfrm>
                <a:off x="4421269" y="144673"/>
                <a:ext cx="551687" cy="608260"/>
                <a:chOff x="2300506" y="500723"/>
                <a:chExt cx="551687" cy="608260"/>
              </a:xfrm>
            </p:grpSpPr>
            <p:sp>
              <p:nvSpPr>
                <p:cNvPr id="46" name="Donut 24">
                  <a:extLst>
                    <a:ext uri="{FF2B5EF4-FFF2-40B4-BE49-F238E27FC236}">
                      <a16:creationId xmlns:a16="http://schemas.microsoft.com/office/drawing/2014/main" id="{8D90B713-B469-21DE-2606-4A8BD16B252E}"/>
                    </a:ext>
                  </a:extLst>
                </p:cNvPr>
                <p:cNvSpPr/>
                <p:nvPr/>
              </p:nvSpPr>
              <p:spPr bwMode="gray">
                <a:xfrm>
                  <a:off x="2312133" y="500723"/>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7" name="Freeform 5">
                  <a:extLst>
                    <a:ext uri="{FF2B5EF4-FFF2-40B4-BE49-F238E27FC236}">
                      <a16:creationId xmlns:a16="http://schemas.microsoft.com/office/drawing/2014/main" id="{666D551A-E8A0-81EA-199A-B7B0857BA06B}"/>
                    </a:ext>
                  </a:extLst>
                </p:cNvPr>
                <p:cNvSpPr>
                  <a:spLocks noEditPoints="1"/>
                </p:cNvSpPr>
                <p:nvPr/>
              </p:nvSpPr>
              <p:spPr bwMode="gray">
                <a:xfrm>
                  <a:off x="2300506" y="77075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sp>
        <p:nvSpPr>
          <p:cNvPr id="18" name="Content Placeholder 17">
            <a:extLst>
              <a:ext uri="{FF2B5EF4-FFF2-40B4-BE49-F238E27FC236}">
                <a16:creationId xmlns:a16="http://schemas.microsoft.com/office/drawing/2014/main" id="{33BD40B2-DA5A-E13B-E948-DF7E930DA5F6}"/>
              </a:ext>
            </a:extLst>
          </p:cNvPr>
          <p:cNvSpPr>
            <a:spLocks noGrp="1"/>
          </p:cNvSpPr>
          <p:nvPr>
            <p:ph sz="quarter" idx="14" hasCustomPrompt="1"/>
          </p:nvPr>
        </p:nvSpPr>
        <p:spPr bwMode="gray">
          <a:xfrm>
            <a:off x="565200"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pic>
        <p:nvPicPr>
          <p:cNvPr id="12" name="UoP logo">
            <a:extLst>
              <a:ext uri="{FF2B5EF4-FFF2-40B4-BE49-F238E27FC236}">
                <a16:creationId xmlns:a16="http://schemas.microsoft.com/office/drawing/2014/main" id="{0CA21F8B-5AB0-F70C-0A4D-195F9043955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99158" y="5816329"/>
            <a:ext cx="2027641" cy="415825"/>
          </a:xfrm>
          <a:prstGeom prst="rect">
            <a:avLst/>
          </a:prstGeom>
        </p:spPr>
      </p:pic>
      <p:sp>
        <p:nvSpPr>
          <p:cNvPr id="13" name="Content Placeholder 17">
            <a:extLst>
              <a:ext uri="{FF2B5EF4-FFF2-40B4-BE49-F238E27FC236}">
                <a16:creationId xmlns:a16="http://schemas.microsoft.com/office/drawing/2014/main" id="{0DCE924B-7277-BE2B-916B-881925D4E8B0}"/>
              </a:ext>
            </a:extLst>
          </p:cNvPr>
          <p:cNvSpPr>
            <a:spLocks noGrp="1"/>
          </p:cNvSpPr>
          <p:nvPr>
            <p:ph sz="quarter" idx="15" hasCustomPrompt="1"/>
          </p:nvPr>
        </p:nvSpPr>
        <p:spPr bwMode="gray">
          <a:xfrm>
            <a:off x="6400283" y="1742400"/>
            <a:ext cx="5240855" cy="365505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marL="684000">
              <a:defRPr>
                <a:solidFill>
                  <a:schemeClr val="tx1"/>
                </a:solidFill>
              </a:defRPr>
            </a:lvl7pPr>
            <a:lvl8pPr>
              <a:defRPr>
                <a:solidFill>
                  <a:schemeClr val="tx1"/>
                </a:solidFill>
              </a:defRPr>
            </a:lvl8pPr>
            <a:lvl9pPr>
              <a:defRPr>
                <a:solidFill>
                  <a:schemeClr val="tx1"/>
                </a:solidFill>
              </a:defRPr>
            </a:lvl9pPr>
          </a:lstStyle>
          <a:p>
            <a:pPr lvl="0"/>
            <a:r>
              <a:rPr lang="en-US" dirty="0"/>
              <a:t>Click to add body text. See user tip to the left on how to style this text. Alternatively click an icon below to add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endParaRPr lang="en-GB" dirty="0"/>
          </a:p>
        </p:txBody>
      </p:sp>
      <p:sp>
        <p:nvSpPr>
          <p:cNvPr id="48" name="Text Placeholder 48">
            <a:extLst>
              <a:ext uri="{FF2B5EF4-FFF2-40B4-BE49-F238E27FC236}">
                <a16:creationId xmlns:a16="http://schemas.microsoft.com/office/drawing/2014/main" id="{324EE9ED-3888-AEB1-6702-D19A14AD0B97}"/>
              </a:ext>
            </a:extLst>
          </p:cNvPr>
          <p:cNvSpPr>
            <a:spLocks noGrp="1"/>
          </p:cNvSpPr>
          <p:nvPr>
            <p:ph type="body" sz="quarter" idx="18" hasCustomPrompt="1"/>
          </p:nvPr>
        </p:nvSpPr>
        <p:spPr>
          <a:xfrm>
            <a:off x="421200" y="5709600"/>
            <a:ext cx="1497906" cy="564003"/>
          </a:xfrm>
          <a:blipFill dpi="0" rotWithShape="0">
            <a:blip>
              <a:extLst>
                <a:ext uri="{96DAC541-7B7A-43D3-8B79-37D633B846F1}">
                  <asvg:svgBlip xmlns:asvg="http://schemas.microsoft.com/office/drawing/2016/SVG/main" r:embed="rId4"/>
                </a:ext>
              </a:extLst>
            </a:blip>
            <a:srcRect/>
            <a:stretch>
              <a:fillRect l="-1"/>
            </a:stretch>
          </a:blipFill>
        </p:spPr>
        <p:txBody>
          <a:bodyPr/>
          <a:lstStyle/>
          <a:p>
            <a:pPr lvl="0"/>
            <a:r>
              <a:rPr lang="en-GB" dirty="0"/>
              <a:t> </a:t>
            </a:r>
          </a:p>
        </p:txBody>
      </p:sp>
      <p:grpSp>
        <p:nvGrpSpPr>
          <p:cNvPr id="64" name="Group 63">
            <a:extLst>
              <a:ext uri="{FF2B5EF4-FFF2-40B4-BE49-F238E27FC236}">
                <a16:creationId xmlns:a16="http://schemas.microsoft.com/office/drawing/2014/main" id="{EA676AB0-60F1-DEF2-AF0E-8CACA5003851}"/>
              </a:ext>
            </a:extLst>
          </p:cNvPr>
          <p:cNvGrpSpPr/>
          <p:nvPr userDrawn="1"/>
        </p:nvGrpSpPr>
        <p:grpSpPr>
          <a:xfrm>
            <a:off x="12489757" y="3161750"/>
            <a:ext cx="1368152" cy="1198577"/>
            <a:chOff x="1818992" y="5460409"/>
            <a:chExt cx="1368152" cy="1198577"/>
          </a:xfrm>
        </p:grpSpPr>
        <p:sp>
          <p:nvSpPr>
            <p:cNvPr id="65" name="Graphic 636">
              <a:extLst>
                <a:ext uri="{FF2B5EF4-FFF2-40B4-BE49-F238E27FC236}">
                  <a16:creationId xmlns:a16="http://schemas.microsoft.com/office/drawing/2014/main" id="{1085D3EE-1453-8140-814B-AE8DE2129BB9}"/>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66" name="Group 65">
              <a:extLst>
                <a:ext uri="{FF2B5EF4-FFF2-40B4-BE49-F238E27FC236}">
                  <a16:creationId xmlns:a16="http://schemas.microsoft.com/office/drawing/2014/main" id="{1470C352-79ED-69CB-002E-B321BA120785}"/>
                </a:ext>
              </a:extLst>
            </p:cNvPr>
            <p:cNvGrpSpPr/>
            <p:nvPr/>
          </p:nvGrpSpPr>
          <p:grpSpPr bwMode="gray">
            <a:xfrm>
              <a:off x="1818992" y="5460409"/>
              <a:ext cx="1368152" cy="1198577"/>
              <a:chOff x="287524" y="3864469"/>
              <a:chExt cx="1368152" cy="1198577"/>
            </a:xfrm>
          </p:grpSpPr>
          <p:sp>
            <p:nvSpPr>
              <p:cNvPr id="67" name="TextBox 66">
                <a:extLst>
                  <a:ext uri="{FF2B5EF4-FFF2-40B4-BE49-F238E27FC236}">
                    <a16:creationId xmlns:a16="http://schemas.microsoft.com/office/drawing/2014/main" id="{B9F84F0B-AA1F-8F31-9CF1-DB4ABAE7D611}"/>
                  </a:ext>
                </a:extLst>
              </p:cNvPr>
              <p:cNvSpPr txBox="1"/>
              <p:nvPr/>
            </p:nvSpPr>
            <p:spPr bwMode="gray">
              <a:xfrm>
                <a:off x="287524" y="4555215"/>
                <a:ext cx="1368152" cy="507831"/>
              </a:xfrm>
              <a:prstGeom prst="rect">
                <a:avLst/>
              </a:prstGeom>
              <a:noFill/>
            </p:spPr>
            <p:txBody>
              <a:bodyPr wrap="square" lIns="0" tIns="0" rIns="0" bIns="0" rtlCol="0">
                <a:spAutoFit/>
              </a:bodyPr>
              <a:lstStyle/>
              <a:p>
                <a:r>
                  <a:rPr lang="en-GB" sz="1100" dirty="0">
                    <a:solidFill>
                      <a:srgbClr val="000000"/>
                    </a:solidFill>
                  </a:rPr>
                  <a:t>Gradient colours are locked on this particular layout.</a:t>
                </a:r>
              </a:p>
            </p:txBody>
          </p:sp>
          <p:sp>
            <p:nvSpPr>
              <p:cNvPr id="68" name="Donut 24">
                <a:extLst>
                  <a:ext uri="{FF2B5EF4-FFF2-40B4-BE49-F238E27FC236}">
                    <a16:creationId xmlns:a16="http://schemas.microsoft.com/office/drawing/2014/main" id="{12AD3A59-08D0-9D8D-04D9-5FB5D37D751B}"/>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9" name="Freeform 5">
                <a:extLst>
                  <a:ext uri="{FF2B5EF4-FFF2-40B4-BE49-F238E27FC236}">
                    <a16:creationId xmlns:a16="http://schemas.microsoft.com/office/drawing/2014/main" id="{D48F5FC5-D17D-2D86-A0DA-9EF69A433F20}"/>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grpSp>
        <p:nvGrpSpPr>
          <p:cNvPr id="70" name="Group 69">
            <a:extLst>
              <a:ext uri="{FF2B5EF4-FFF2-40B4-BE49-F238E27FC236}">
                <a16:creationId xmlns:a16="http://schemas.microsoft.com/office/drawing/2014/main" id="{2E6CBB1A-B6C3-F5B1-5435-8316EA791CFB}"/>
              </a:ext>
            </a:extLst>
          </p:cNvPr>
          <p:cNvGrpSpPr/>
          <p:nvPr userDrawn="1"/>
        </p:nvGrpSpPr>
        <p:grpSpPr>
          <a:xfrm>
            <a:off x="12489757" y="4681068"/>
            <a:ext cx="1410696" cy="1198577"/>
            <a:chOff x="1818992" y="5460409"/>
            <a:chExt cx="1410696" cy="1198577"/>
          </a:xfrm>
        </p:grpSpPr>
        <p:sp>
          <p:nvSpPr>
            <p:cNvPr id="71" name="Graphic 636">
              <a:extLst>
                <a:ext uri="{FF2B5EF4-FFF2-40B4-BE49-F238E27FC236}">
                  <a16:creationId xmlns:a16="http://schemas.microsoft.com/office/drawing/2014/main" id="{F9C15486-AA8D-C0BA-4602-C39BC73E614A}"/>
                </a:ext>
              </a:extLst>
            </p:cNvPr>
            <p:cNvSpPr>
              <a:spLocks noChangeAspect="1"/>
            </p:cNvSpPr>
            <p:nvPr/>
          </p:nvSpPr>
          <p:spPr>
            <a:xfrm>
              <a:off x="1953366" y="5574912"/>
              <a:ext cx="331308" cy="287106"/>
            </a:xfrm>
            <a:custGeom>
              <a:avLst/>
              <a:gdLst>
                <a:gd name="csX0" fmla="*/ 701024 w 4874849"/>
                <a:gd name="csY0" fmla="*/ 4876067 h 4876075"/>
                <a:gd name="csX1" fmla="*/ 697153 w 4874849"/>
                <a:gd name="csY1" fmla="*/ 4876076 h 4876075"/>
                <a:gd name="csX2" fmla="*/ 97454 w 4874849"/>
                <a:gd name="csY2" fmla="*/ 4496615 h 4876075"/>
                <a:gd name="csX3" fmla="*/ 95676 w 4874849"/>
                <a:gd name="csY3" fmla="*/ 4492976 h 4876075"/>
                <a:gd name="csX4" fmla="*/ 0 w 4874849"/>
                <a:gd name="csY4" fmla="*/ 4107004 h 4876075"/>
                <a:gd name="csX5" fmla="*/ 95173 w 4874849"/>
                <a:gd name="csY5" fmla="*/ 3721727 h 4876075"/>
                <a:gd name="csX6" fmla="*/ 93405 w 4874849"/>
                <a:gd name="csY6" fmla="*/ 3725299 h 4876075"/>
                <a:gd name="csX7" fmla="*/ 1829862 w 4874849"/>
                <a:gd name="csY7" fmla="*/ 387587 h 4876075"/>
                <a:gd name="csX8" fmla="*/ 2433523 w 4874849"/>
                <a:gd name="csY8" fmla="*/ 0 h 4876075"/>
                <a:gd name="csX9" fmla="*/ 2437689 w 4874849"/>
                <a:gd name="csY9" fmla="*/ 14 h 4876075"/>
                <a:gd name="csX10" fmla="*/ 2437477 w 4874849"/>
                <a:gd name="csY10" fmla="*/ 14 h 4876075"/>
                <a:gd name="csX11" fmla="*/ 2441656 w 4874849"/>
                <a:gd name="csY11" fmla="*/ 0 h 4876075"/>
                <a:gd name="csX12" fmla="*/ 3043531 w 4874849"/>
                <a:gd name="csY12" fmla="*/ 383858 h 4876075"/>
                <a:gd name="csX13" fmla="*/ 3045321 w 4874849"/>
                <a:gd name="csY13" fmla="*/ 387587 h 4876075"/>
                <a:gd name="csX14" fmla="*/ 4781553 w 4874849"/>
                <a:gd name="csY14" fmla="*/ 3725299 h 4876075"/>
                <a:gd name="csX15" fmla="*/ 4874849 w 4874849"/>
                <a:gd name="csY15" fmla="*/ 4106790 h 4876075"/>
                <a:gd name="csX16" fmla="*/ 4777309 w 4874849"/>
                <a:gd name="csY16" fmla="*/ 4496453 h 4876075"/>
                <a:gd name="csX17" fmla="*/ 4779061 w 4874849"/>
                <a:gd name="csY17" fmla="*/ 4492971 h 4876075"/>
                <a:gd name="csX18" fmla="*/ 4177978 w 4874849"/>
                <a:gd name="csY18" fmla="*/ 4875824 h 4876075"/>
                <a:gd name="csX19" fmla="*/ 4173726 w 4874849"/>
                <a:gd name="csY19" fmla="*/ 4875810 h 4876075"/>
                <a:gd name="csX20" fmla="*/ 4173943 w 4874849"/>
                <a:gd name="csY20" fmla="*/ 4875810 h 4876075"/>
                <a:gd name="csX21" fmla="*/ 2125063 w 4874849"/>
                <a:gd name="csY21" fmla="*/ 572157 h 4876075"/>
                <a:gd name="csX22" fmla="*/ 388605 w 4874849"/>
                <a:gd name="csY22" fmla="*/ 3909870 h 4876075"/>
                <a:gd name="csX23" fmla="*/ 340565 w 4874849"/>
                <a:gd name="csY23" fmla="*/ 4106204 h 4876075"/>
                <a:gd name="csX24" fmla="*/ 390643 w 4874849"/>
                <a:gd name="csY24" fmla="*/ 4306462 h 4876075"/>
                <a:gd name="csX25" fmla="*/ 389741 w 4874849"/>
                <a:gd name="csY25" fmla="*/ 4304667 h 4876075"/>
                <a:gd name="csX26" fmla="*/ 698661 w 4874849"/>
                <a:gd name="csY26" fmla="*/ 4501453 h 4876075"/>
                <a:gd name="csX27" fmla="*/ 701158 w 4874849"/>
                <a:gd name="csY27" fmla="*/ 4501444 h 4876075"/>
                <a:gd name="csX28" fmla="*/ 4173947 w 4874849"/>
                <a:gd name="csY28" fmla="*/ 4501444 h 4876075"/>
                <a:gd name="csX29" fmla="*/ 4176314 w 4874849"/>
                <a:gd name="csY29" fmla="*/ 4501453 h 4876075"/>
                <a:gd name="csX30" fmla="*/ 4484320 w 4874849"/>
                <a:gd name="csY30" fmla="*/ 4306539 h 4876075"/>
                <a:gd name="csX31" fmla="*/ 4485234 w 4874849"/>
                <a:gd name="csY31" fmla="*/ 4304667 h 4876075"/>
                <a:gd name="csX32" fmla="*/ 4534410 w 4874849"/>
                <a:gd name="csY32" fmla="*/ 4106204 h 4876075"/>
                <a:gd name="csX33" fmla="*/ 4485460 w 4874849"/>
                <a:gd name="csY33" fmla="*/ 3908036 h 4876075"/>
                <a:gd name="csX34" fmla="*/ 4486370 w 4874849"/>
                <a:gd name="csY34" fmla="*/ 3909875 h 4876075"/>
                <a:gd name="csX35" fmla="*/ 2749913 w 4874849"/>
                <a:gd name="csY35" fmla="*/ 572162 h 4876075"/>
                <a:gd name="csX36" fmla="*/ 2439839 w 4874849"/>
                <a:gd name="csY36" fmla="*/ 372885 h 4876075"/>
                <a:gd name="csX37" fmla="*/ 2437364 w 4874849"/>
                <a:gd name="csY37" fmla="*/ 372894 h 4876075"/>
                <a:gd name="csX38" fmla="*/ 2437490 w 4874849"/>
                <a:gd name="csY38" fmla="*/ 372894 h 4876075"/>
                <a:gd name="csX39" fmla="*/ 2435275 w 4874849"/>
                <a:gd name="csY39" fmla="*/ 372885 h 4876075"/>
                <a:gd name="csX40" fmla="*/ 2125986 w 4874849"/>
                <a:gd name="csY40" fmla="*/ 570238 h 4876075"/>
                <a:gd name="csX41" fmla="*/ 2125067 w 4874849"/>
                <a:gd name="csY41" fmla="*/ 572157 h 4876075"/>
                <a:gd name="csX42" fmla="*/ 2210760 w 4874849"/>
                <a:gd name="csY42" fmla="*/ 3527779 h 4876075"/>
                <a:gd name="csX43" fmla="*/ 2210760 w 4874849"/>
                <a:gd name="csY43" fmla="*/ 3527084 h 4876075"/>
                <a:gd name="csX44" fmla="*/ 2276525 w 4874849"/>
                <a:gd name="csY44" fmla="*/ 3351662 h 4876075"/>
                <a:gd name="csX45" fmla="*/ 2276512 w 4874849"/>
                <a:gd name="csY45" fmla="*/ 3351676 h 4876075"/>
                <a:gd name="csX46" fmla="*/ 2437195 w 4874849"/>
                <a:gd name="csY46" fmla="*/ 3276953 h 4876075"/>
                <a:gd name="csX47" fmla="*/ 2437260 w 4874849"/>
                <a:gd name="csY47" fmla="*/ 3276953 h 4876075"/>
                <a:gd name="csX48" fmla="*/ 2663981 w 4874849"/>
                <a:gd name="csY48" fmla="*/ 3526036 h 4876075"/>
                <a:gd name="csX49" fmla="*/ 2437260 w 4874849"/>
                <a:gd name="csY49" fmla="*/ 3775120 h 4876075"/>
                <a:gd name="csX50" fmla="*/ 2210768 w 4874849"/>
                <a:gd name="csY50" fmla="*/ 3528136 h 4876075"/>
                <a:gd name="csX51" fmla="*/ 2210768 w 4874849"/>
                <a:gd name="csY51" fmla="*/ 3528032 h 4876075"/>
                <a:gd name="csX52" fmla="*/ 2267443 w 4874849"/>
                <a:gd name="csY52" fmla="*/ 2716516 h 4876075"/>
                <a:gd name="csX53" fmla="*/ 2267443 w 4874849"/>
                <a:gd name="csY53" fmla="*/ 1784947 h 4876075"/>
                <a:gd name="csX54" fmla="*/ 2437486 w 4874849"/>
                <a:gd name="csY54" fmla="*/ 1598133 h 4876075"/>
                <a:gd name="csX55" fmla="*/ 2437711 w 4874849"/>
                <a:gd name="csY55" fmla="*/ 1598133 h 4876075"/>
                <a:gd name="csX56" fmla="*/ 2607753 w 4874849"/>
                <a:gd name="csY56" fmla="*/ 1784947 h 4876075"/>
                <a:gd name="csX57" fmla="*/ 2607753 w 4874849"/>
                <a:gd name="csY57" fmla="*/ 2716516 h 4876075"/>
                <a:gd name="csX58" fmla="*/ 2437711 w 4874849"/>
                <a:gd name="csY58" fmla="*/ 2903330 h 4876075"/>
                <a:gd name="csX59" fmla="*/ 2437472 w 4874849"/>
                <a:gd name="csY59" fmla="*/ 2903330 h 4876075"/>
                <a:gd name="csX60" fmla="*/ 2437486 w 4874849"/>
                <a:gd name="csY60" fmla="*/ 2903330 h 4876075"/>
                <a:gd name="csX61" fmla="*/ 2437260 w 4874849"/>
                <a:gd name="csY61" fmla="*/ 2903330 h 4876075"/>
                <a:gd name="csX62" fmla="*/ 2267218 w 4874849"/>
                <a:gd name="csY62" fmla="*/ 2716778 h 4876075"/>
                <a:gd name="csX63" fmla="*/ 2267218 w 4874849"/>
                <a:gd name="csY63" fmla="*/ 2716764 h 4876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874849" h="4876075">
                  <a:moveTo>
                    <a:pt x="701024" y="4876067"/>
                  </a:moveTo>
                  <a:cubicBezTo>
                    <a:pt x="699875" y="4876076"/>
                    <a:pt x="698514" y="4876076"/>
                    <a:pt x="697153" y="4876076"/>
                  </a:cubicBezTo>
                  <a:cubicBezTo>
                    <a:pt x="441088" y="4876076"/>
                    <a:pt x="217458" y="4723515"/>
                    <a:pt x="97454" y="4496615"/>
                  </a:cubicBezTo>
                  <a:lnTo>
                    <a:pt x="95676" y="4492976"/>
                  </a:lnTo>
                  <a:cubicBezTo>
                    <a:pt x="35551" y="4382519"/>
                    <a:pt x="0" y="4249327"/>
                    <a:pt x="0" y="4107004"/>
                  </a:cubicBezTo>
                  <a:cubicBezTo>
                    <a:pt x="0" y="3966425"/>
                    <a:pt x="34688" y="3834741"/>
                    <a:pt x="95173" y="3721727"/>
                  </a:cubicBezTo>
                  <a:lnTo>
                    <a:pt x="93405" y="3725299"/>
                  </a:lnTo>
                  <a:lnTo>
                    <a:pt x="1829862" y="387587"/>
                  </a:lnTo>
                  <a:cubicBezTo>
                    <a:pt x="1951024" y="154538"/>
                    <a:pt x="2175846" y="0"/>
                    <a:pt x="2433523" y="0"/>
                  </a:cubicBezTo>
                  <a:cubicBezTo>
                    <a:pt x="2434915" y="0"/>
                    <a:pt x="2436302" y="5"/>
                    <a:pt x="2437689" y="14"/>
                  </a:cubicBezTo>
                  <a:lnTo>
                    <a:pt x="2437477" y="14"/>
                  </a:lnTo>
                  <a:cubicBezTo>
                    <a:pt x="2438717" y="5"/>
                    <a:pt x="2440186" y="0"/>
                    <a:pt x="2441656" y="0"/>
                  </a:cubicBezTo>
                  <a:cubicBezTo>
                    <a:pt x="2699333" y="0"/>
                    <a:pt x="2924160" y="154538"/>
                    <a:pt x="3043531" y="383858"/>
                  </a:cubicBezTo>
                  <a:lnTo>
                    <a:pt x="3045321" y="387587"/>
                  </a:lnTo>
                  <a:lnTo>
                    <a:pt x="4781553" y="3725299"/>
                  </a:lnTo>
                  <a:cubicBezTo>
                    <a:pt x="4840201" y="3834689"/>
                    <a:pt x="4874849" y="3966296"/>
                    <a:pt x="4874849" y="4106790"/>
                  </a:cubicBezTo>
                  <a:cubicBezTo>
                    <a:pt x="4874849" y="4249193"/>
                    <a:pt x="4839255" y="4382467"/>
                    <a:pt x="4777309" y="4496453"/>
                  </a:cubicBezTo>
                  <a:lnTo>
                    <a:pt x="4779061" y="4492971"/>
                  </a:lnTo>
                  <a:cubicBezTo>
                    <a:pt x="4657362" y="4723362"/>
                    <a:pt x="4433874" y="4875824"/>
                    <a:pt x="4177978" y="4875824"/>
                  </a:cubicBezTo>
                  <a:cubicBezTo>
                    <a:pt x="4176561" y="4875824"/>
                    <a:pt x="4175139" y="4875819"/>
                    <a:pt x="4173726" y="4875810"/>
                  </a:cubicBezTo>
                  <a:lnTo>
                    <a:pt x="4173943" y="4875810"/>
                  </a:lnTo>
                  <a:close/>
                  <a:moveTo>
                    <a:pt x="2125063" y="572157"/>
                  </a:moveTo>
                  <a:lnTo>
                    <a:pt x="388605" y="3909870"/>
                  </a:lnTo>
                  <a:cubicBezTo>
                    <a:pt x="358404" y="3966162"/>
                    <a:pt x="340565" y="4033895"/>
                    <a:pt x="340565" y="4106204"/>
                  </a:cubicBezTo>
                  <a:cubicBezTo>
                    <a:pt x="340565" y="4179380"/>
                    <a:pt x="358837" y="4247869"/>
                    <a:pt x="390643" y="4306462"/>
                  </a:cubicBezTo>
                  <a:lnTo>
                    <a:pt x="389741" y="4304667"/>
                  </a:lnTo>
                  <a:cubicBezTo>
                    <a:pt x="452281" y="4423086"/>
                    <a:pt x="567139" y="4501453"/>
                    <a:pt x="698661" y="4501453"/>
                  </a:cubicBezTo>
                  <a:cubicBezTo>
                    <a:pt x="699494" y="4501453"/>
                    <a:pt x="700326" y="4501449"/>
                    <a:pt x="701158" y="4501444"/>
                  </a:cubicBezTo>
                  <a:lnTo>
                    <a:pt x="4173947" y="4501444"/>
                  </a:lnTo>
                  <a:cubicBezTo>
                    <a:pt x="4174649" y="4501449"/>
                    <a:pt x="4175482" y="4501453"/>
                    <a:pt x="4176314" y="4501453"/>
                  </a:cubicBezTo>
                  <a:cubicBezTo>
                    <a:pt x="4307836" y="4501453"/>
                    <a:pt x="4422694" y="4423086"/>
                    <a:pt x="4484320" y="4306539"/>
                  </a:cubicBezTo>
                  <a:lnTo>
                    <a:pt x="4485234" y="4304667"/>
                  </a:lnTo>
                  <a:cubicBezTo>
                    <a:pt x="4516138" y="4247864"/>
                    <a:pt x="4534410" y="4179380"/>
                    <a:pt x="4534410" y="4106204"/>
                  </a:cubicBezTo>
                  <a:cubicBezTo>
                    <a:pt x="4534410" y="4033895"/>
                    <a:pt x="4516572" y="3966162"/>
                    <a:pt x="4485460" y="3908036"/>
                  </a:cubicBezTo>
                  <a:lnTo>
                    <a:pt x="4486370" y="3909875"/>
                  </a:lnTo>
                  <a:lnTo>
                    <a:pt x="2749913" y="572162"/>
                  </a:lnTo>
                  <a:cubicBezTo>
                    <a:pt x="2687745" y="452352"/>
                    <a:pt x="2572237" y="372885"/>
                    <a:pt x="2439839" y="372885"/>
                  </a:cubicBezTo>
                  <a:cubicBezTo>
                    <a:pt x="2439016" y="372885"/>
                    <a:pt x="2438188" y="372889"/>
                    <a:pt x="2437364" y="372894"/>
                  </a:cubicBezTo>
                  <a:lnTo>
                    <a:pt x="2437490" y="372894"/>
                  </a:lnTo>
                  <a:cubicBezTo>
                    <a:pt x="2436831" y="372889"/>
                    <a:pt x="2436055" y="372885"/>
                    <a:pt x="2435275" y="372885"/>
                  </a:cubicBezTo>
                  <a:cubicBezTo>
                    <a:pt x="2302838" y="372885"/>
                    <a:pt x="2187295" y="452347"/>
                    <a:pt x="2125986" y="570238"/>
                  </a:cubicBezTo>
                  <a:lnTo>
                    <a:pt x="2125067" y="572157"/>
                  </a:lnTo>
                  <a:close/>
                  <a:moveTo>
                    <a:pt x="2210760" y="3527779"/>
                  </a:moveTo>
                  <a:cubicBezTo>
                    <a:pt x="2210760" y="3527574"/>
                    <a:pt x="2210760" y="3527327"/>
                    <a:pt x="2210760" y="3527084"/>
                  </a:cubicBezTo>
                  <a:cubicBezTo>
                    <a:pt x="2210760" y="3458661"/>
                    <a:pt x="2235872" y="3396682"/>
                    <a:pt x="2276525" y="3351662"/>
                  </a:cubicBezTo>
                  <a:lnTo>
                    <a:pt x="2276512" y="3351676"/>
                  </a:lnTo>
                  <a:cubicBezTo>
                    <a:pt x="2317425" y="3305842"/>
                    <a:pt x="2374278" y="3277319"/>
                    <a:pt x="2437195" y="3276953"/>
                  </a:cubicBezTo>
                  <a:lnTo>
                    <a:pt x="2437260" y="3276953"/>
                  </a:lnTo>
                  <a:cubicBezTo>
                    <a:pt x="2562474" y="3276953"/>
                    <a:pt x="2663981" y="3388471"/>
                    <a:pt x="2663981" y="3526036"/>
                  </a:cubicBezTo>
                  <a:cubicBezTo>
                    <a:pt x="2663981" y="3663601"/>
                    <a:pt x="2562474" y="3775120"/>
                    <a:pt x="2437260" y="3775120"/>
                  </a:cubicBezTo>
                  <a:cubicBezTo>
                    <a:pt x="2312778" y="3774982"/>
                    <a:pt x="2211791" y="3664648"/>
                    <a:pt x="2210768" y="3528136"/>
                  </a:cubicBezTo>
                  <a:lnTo>
                    <a:pt x="2210768" y="3528032"/>
                  </a:lnTo>
                  <a:close/>
                  <a:moveTo>
                    <a:pt x="2267443" y="2716516"/>
                  </a:moveTo>
                  <a:lnTo>
                    <a:pt x="2267443" y="1784947"/>
                  </a:lnTo>
                  <a:cubicBezTo>
                    <a:pt x="2267443" y="1681772"/>
                    <a:pt x="2343574" y="1598133"/>
                    <a:pt x="2437486" y="1598133"/>
                  </a:cubicBezTo>
                  <a:lnTo>
                    <a:pt x="2437711" y="1598133"/>
                  </a:lnTo>
                  <a:cubicBezTo>
                    <a:pt x="2531623" y="1598133"/>
                    <a:pt x="2607753" y="1681772"/>
                    <a:pt x="2607753" y="1784947"/>
                  </a:cubicBezTo>
                  <a:lnTo>
                    <a:pt x="2607753" y="2716516"/>
                  </a:lnTo>
                  <a:cubicBezTo>
                    <a:pt x="2607753" y="2819691"/>
                    <a:pt x="2531623" y="2903330"/>
                    <a:pt x="2437711" y="2903330"/>
                  </a:cubicBezTo>
                  <a:cubicBezTo>
                    <a:pt x="2437633" y="2903330"/>
                    <a:pt x="2437550" y="2903330"/>
                    <a:pt x="2437472" y="2903330"/>
                  </a:cubicBezTo>
                  <a:lnTo>
                    <a:pt x="2437486" y="2903330"/>
                  </a:lnTo>
                  <a:cubicBezTo>
                    <a:pt x="2437416" y="2903330"/>
                    <a:pt x="2437338" y="2903330"/>
                    <a:pt x="2437260" y="2903330"/>
                  </a:cubicBezTo>
                  <a:cubicBezTo>
                    <a:pt x="2343430" y="2903330"/>
                    <a:pt x="2267348" y="2819833"/>
                    <a:pt x="2267218" y="2716778"/>
                  </a:cubicBezTo>
                  <a:lnTo>
                    <a:pt x="2267218" y="2716764"/>
                  </a:lnTo>
                  <a:close/>
                </a:path>
              </a:pathLst>
            </a:custGeom>
            <a:solidFill>
              <a:srgbClr val="000000"/>
            </a:solidFill>
            <a:ln w="4335" cap="flat">
              <a:noFill/>
              <a:prstDash val="solid"/>
              <a:miter/>
            </a:ln>
          </p:spPr>
          <p:txBody>
            <a:bodyPr/>
            <a:lstStyle/>
            <a:p>
              <a:endParaRPr lang="en-GB"/>
            </a:p>
          </p:txBody>
        </p:sp>
        <p:grpSp>
          <p:nvGrpSpPr>
            <p:cNvPr id="72" name="Group 71">
              <a:extLst>
                <a:ext uri="{FF2B5EF4-FFF2-40B4-BE49-F238E27FC236}">
                  <a16:creationId xmlns:a16="http://schemas.microsoft.com/office/drawing/2014/main" id="{AF1B86D7-84F1-B6F1-9AFD-6D7C6C2DF327}"/>
                </a:ext>
              </a:extLst>
            </p:cNvPr>
            <p:cNvGrpSpPr/>
            <p:nvPr/>
          </p:nvGrpSpPr>
          <p:grpSpPr bwMode="gray">
            <a:xfrm>
              <a:off x="1818992" y="5460409"/>
              <a:ext cx="1410696" cy="1198577"/>
              <a:chOff x="287524" y="3864469"/>
              <a:chExt cx="1410696" cy="1198577"/>
            </a:xfrm>
          </p:grpSpPr>
          <p:sp>
            <p:nvSpPr>
              <p:cNvPr id="73" name="TextBox 72">
                <a:extLst>
                  <a:ext uri="{FF2B5EF4-FFF2-40B4-BE49-F238E27FC236}">
                    <a16:creationId xmlns:a16="http://schemas.microsoft.com/office/drawing/2014/main" id="{99A8D35B-F34B-6049-6FC5-18DAC7FD2D06}"/>
                  </a:ext>
                </a:extLst>
              </p:cNvPr>
              <p:cNvSpPr txBox="1"/>
              <p:nvPr/>
            </p:nvSpPr>
            <p:spPr bwMode="gray">
              <a:xfrm>
                <a:off x="287524" y="4555215"/>
                <a:ext cx="1410696" cy="507831"/>
              </a:xfrm>
              <a:prstGeom prst="rect">
                <a:avLst/>
              </a:prstGeom>
              <a:noFill/>
            </p:spPr>
            <p:txBody>
              <a:bodyPr wrap="square" lIns="0" tIns="0" rIns="0" bIns="0" rtlCol="0">
                <a:spAutoFit/>
              </a:bodyPr>
              <a:lstStyle/>
              <a:p>
                <a:r>
                  <a:rPr lang="en-GB" sz="1100" dirty="0">
                    <a:solidFill>
                      <a:srgbClr val="000000"/>
                    </a:solidFill>
                  </a:rPr>
                  <a:t>This layout should only have a </a:t>
                </a:r>
                <a:br>
                  <a:rPr lang="en-GB" sz="1100" dirty="0">
                    <a:solidFill>
                      <a:srgbClr val="000000"/>
                    </a:solidFill>
                  </a:rPr>
                </a:br>
                <a:r>
                  <a:rPr lang="en-GB" sz="1100" dirty="0">
                    <a:solidFill>
                      <a:srgbClr val="000000"/>
                    </a:solidFill>
                  </a:rPr>
                  <a:t>white background</a:t>
                </a:r>
              </a:p>
            </p:txBody>
          </p:sp>
          <p:sp>
            <p:nvSpPr>
              <p:cNvPr id="74" name="Donut 24">
                <a:extLst>
                  <a:ext uri="{FF2B5EF4-FFF2-40B4-BE49-F238E27FC236}">
                    <a16:creationId xmlns:a16="http://schemas.microsoft.com/office/drawing/2014/main" id="{C71CE307-80BC-8712-8395-D922B0B7A086}"/>
                  </a:ext>
                </a:extLst>
              </p:cNvPr>
              <p:cNvSpPr/>
              <p:nvPr userDrawn="1"/>
            </p:nvSpPr>
            <p:spPr bwMode="gray">
              <a:xfrm>
                <a:off x="323528" y="3864469"/>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5" name="Freeform 5">
                <a:extLst>
                  <a:ext uri="{FF2B5EF4-FFF2-40B4-BE49-F238E27FC236}">
                    <a16:creationId xmlns:a16="http://schemas.microsoft.com/office/drawing/2014/main" id="{3AB4679A-2270-601F-82F7-F12A1A9E7DC9}"/>
                  </a:ext>
                </a:extLst>
              </p:cNvPr>
              <p:cNvSpPr>
                <a:spLocks noEditPoints="1"/>
              </p:cNvSpPr>
              <p:nvPr userDrawn="1"/>
            </p:nvSpPr>
            <p:spPr bwMode="gray">
              <a:xfrm>
                <a:off x="311901" y="4134499"/>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spTree>
    <p:extLst>
      <p:ext uri="{BB962C8B-B14F-4D97-AF65-F5344CB8AC3E}">
        <p14:creationId xmlns:p14="http://schemas.microsoft.com/office/powerpoint/2010/main" val="4212221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1.emf"/><Relationship Id="rId5" Type="http://schemas.openxmlformats.org/officeDocument/2006/relationships/theme" Target="../theme/theme2.xml"/><Relationship Id="rId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gradFill>
          <a:gsLst>
            <a:gs pos="0">
              <a:srgbClr val="1D347E"/>
            </a:gs>
            <a:gs pos="100000">
              <a:srgbClr val="5391CA"/>
            </a:gs>
          </a:gsLst>
          <a:lin ang="18900000" scaled="1"/>
        </a:gra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7A182F-1359-768E-CA83-1141F3833F21}"/>
              </a:ext>
            </a:extLst>
          </p:cNvPr>
          <p:cNvSpPr>
            <a:spLocks noGrp="1"/>
          </p:cNvSpPr>
          <p:nvPr>
            <p:ph type="ftr" sz="quarter" idx="3"/>
          </p:nvPr>
        </p:nvSpPr>
        <p:spPr bwMode="gray">
          <a:xfrm>
            <a:off x="565200" y="6448578"/>
            <a:ext cx="4114800" cy="114299"/>
          </a:xfrm>
          <a:prstGeom prst="rect">
            <a:avLst/>
          </a:prstGeom>
        </p:spPr>
        <p:txBody>
          <a:bodyPr vert="horz" wrap="none" lIns="0" tIns="0" rIns="0" bIns="0" rtlCol="0" anchor="t"/>
          <a:lstStyle>
            <a:lvl1pPr algn="l">
              <a:defRPr sz="600">
                <a:solidFill>
                  <a:srgbClr val="747376"/>
                </a:solidFill>
              </a:defRPr>
            </a:lvl1pPr>
          </a:lstStyle>
          <a:p>
            <a:r>
              <a:rPr lang="en-GB"/>
              <a:t>Copyright University of Plymouth 2026</a:t>
            </a:r>
            <a:endParaRPr lang="en-GB" dirty="0"/>
          </a:p>
        </p:txBody>
      </p:sp>
      <p:sp>
        <p:nvSpPr>
          <p:cNvPr id="2" name="Title Placeholder 1">
            <a:extLst>
              <a:ext uri="{FF2B5EF4-FFF2-40B4-BE49-F238E27FC236}">
                <a16:creationId xmlns:a16="http://schemas.microsoft.com/office/drawing/2014/main" id="{4A375E45-DB18-ECD6-AC1F-F515BFA5F260}"/>
              </a:ext>
            </a:extLst>
          </p:cNvPr>
          <p:cNvSpPr>
            <a:spLocks noGrp="1"/>
          </p:cNvSpPr>
          <p:nvPr>
            <p:ph type="title"/>
          </p:nvPr>
        </p:nvSpPr>
        <p:spPr bwMode="gray">
          <a:xfrm>
            <a:off x="565200" y="702000"/>
            <a:ext cx="11061600" cy="1000887"/>
          </a:xfrm>
          <a:prstGeom prst="rect">
            <a:avLst/>
          </a:prstGeom>
        </p:spPr>
        <p:txBody>
          <a:bodyPr vert="horz" lIns="0" tIns="0" rIns="0" bIns="0" rtlCol="0" anchor="t">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80330597-21CA-5DA3-BCF8-0E0644E04DFE}"/>
              </a:ext>
            </a:extLst>
          </p:cNvPr>
          <p:cNvSpPr>
            <a:spLocks noGrp="1"/>
          </p:cNvSpPr>
          <p:nvPr>
            <p:ph type="body" idx="1"/>
          </p:nvPr>
        </p:nvSpPr>
        <p:spPr bwMode="gray">
          <a:xfrm>
            <a:off x="565200" y="1825625"/>
            <a:ext cx="11061600" cy="4351338"/>
          </a:xfrm>
          <a:prstGeom prst="rect">
            <a:avLst/>
          </a:prstGeom>
        </p:spPr>
        <p:txBody>
          <a:bodyPr vert="horz" lIns="0" tIns="0" rIns="0" bIns="0" rtlCol="0">
            <a:noAutofit/>
          </a:bodyPr>
          <a:lstStyle/>
          <a:p>
            <a:pPr lvl="0"/>
            <a:r>
              <a:rPr lang="en-US" dirty="0"/>
              <a:t>Text style level 1: 20pt regular</a:t>
            </a:r>
          </a:p>
          <a:p>
            <a:pPr lvl="1"/>
            <a:r>
              <a:rPr lang="en-US" dirty="0"/>
              <a:t>Second level: 1st bullet. 20pt regular</a:t>
            </a:r>
          </a:p>
          <a:p>
            <a:pPr lvl="2"/>
            <a:r>
              <a:rPr lang="en-US" dirty="0"/>
              <a:t>Third level: 2nd bullet. 18pt regular</a:t>
            </a:r>
          </a:p>
          <a:p>
            <a:pPr lvl="3"/>
            <a:r>
              <a:rPr lang="en-US" dirty="0"/>
              <a:t>Fourth level: 3rd bullet. 16pt regular</a:t>
            </a:r>
          </a:p>
          <a:p>
            <a:pPr lvl="4"/>
            <a:r>
              <a:rPr lang="en-US" dirty="0"/>
              <a:t>Fifth level: 4th bullet. 14pt regular</a:t>
            </a:r>
          </a:p>
          <a:p>
            <a:pPr lvl="5"/>
            <a:r>
              <a:rPr lang="en-US" dirty="0"/>
              <a:t>Sixth level: 1st numbering. 18pt regular</a:t>
            </a:r>
          </a:p>
          <a:p>
            <a:pPr lvl="6"/>
            <a:r>
              <a:rPr lang="en-US" dirty="0"/>
              <a:t>Seventh level: 2nd numbering: 16pt regular</a:t>
            </a:r>
          </a:p>
          <a:p>
            <a:pPr lvl="7"/>
            <a:r>
              <a:rPr lang="en-US" dirty="0"/>
              <a:t>Eighth level: 18pt bold</a:t>
            </a:r>
          </a:p>
          <a:p>
            <a:pPr lvl="8"/>
            <a:r>
              <a:rPr lang="en-US" dirty="0"/>
              <a:t>Ninth level: 14pt regular CAPS</a:t>
            </a:r>
            <a:endParaRPr lang="en-GB" dirty="0"/>
          </a:p>
        </p:txBody>
      </p:sp>
      <p:sp>
        <p:nvSpPr>
          <p:cNvPr id="4" name="Date Placeholder 3">
            <a:extLst>
              <a:ext uri="{FF2B5EF4-FFF2-40B4-BE49-F238E27FC236}">
                <a16:creationId xmlns:a16="http://schemas.microsoft.com/office/drawing/2014/main" id="{A2CDF2A6-28A2-0B46-9771-1875F17FBF56}"/>
              </a:ext>
            </a:extLst>
          </p:cNvPr>
          <p:cNvSpPr>
            <a:spLocks noGrp="1"/>
          </p:cNvSpPr>
          <p:nvPr>
            <p:ph type="dt" sz="half" idx="2"/>
          </p:nvPr>
        </p:nvSpPr>
        <p:spPr bwMode="gray">
          <a:xfrm>
            <a:off x="565200" y="6535737"/>
            <a:ext cx="2743200" cy="114299"/>
          </a:xfrm>
          <a:prstGeom prst="rect">
            <a:avLst/>
          </a:prstGeom>
        </p:spPr>
        <p:txBody>
          <a:bodyPr vert="horz" lIns="0" tIns="0" rIns="0" bIns="0" rtlCol="0" anchor="t"/>
          <a:lstStyle>
            <a:lvl1pPr algn="l">
              <a:defRPr sz="600">
                <a:solidFill>
                  <a:srgbClr val="747376"/>
                </a:solidFill>
              </a:defRPr>
            </a:lvl1pPr>
          </a:lstStyle>
          <a:p>
            <a:fld id="{1C1AE6A2-514A-49F0-95C7-0BACCFBD78DE}" type="datetime1">
              <a:rPr lang="en-GB" smtClean="0"/>
              <a:t>25/09/2026</a:t>
            </a:fld>
            <a:endParaRPr lang="en-GB" dirty="0"/>
          </a:p>
        </p:txBody>
      </p:sp>
      <p:sp>
        <p:nvSpPr>
          <p:cNvPr id="6" name="Slide Number Placeholder 5">
            <a:extLst>
              <a:ext uri="{FF2B5EF4-FFF2-40B4-BE49-F238E27FC236}">
                <a16:creationId xmlns:a16="http://schemas.microsoft.com/office/drawing/2014/main" id="{0DB0D7ED-680C-95A0-2BAA-4E3A0973AF70}"/>
              </a:ext>
            </a:extLst>
          </p:cNvPr>
          <p:cNvSpPr>
            <a:spLocks noGrp="1"/>
          </p:cNvSpPr>
          <p:nvPr>
            <p:ph type="sldNum" sz="quarter" idx="4"/>
          </p:nvPr>
        </p:nvSpPr>
        <p:spPr bwMode="gray">
          <a:xfrm>
            <a:off x="0" y="6356350"/>
            <a:ext cx="501283" cy="365125"/>
          </a:xfrm>
          <a:prstGeom prst="rect">
            <a:avLst/>
          </a:prstGeom>
        </p:spPr>
        <p:txBody>
          <a:bodyPr vert="horz" wrap="none" lIns="0" tIns="0" rIns="0" bIns="0" rtlCol="0" anchor="ctr"/>
          <a:lstStyle>
            <a:lvl1pPr algn="r">
              <a:defRPr sz="1600" b="1">
                <a:solidFill>
                  <a:srgbClr val="747376"/>
                </a:solidFill>
              </a:defRPr>
            </a:lvl1pPr>
          </a:lstStyle>
          <a:p>
            <a:fld id="{FC35CEA3-87EB-447D-B809-4C40576A5817}" type="slidenum">
              <a:rPr lang="en-GB" smtClean="0"/>
              <a:pPr/>
              <a:t>‹#›</a:t>
            </a:fld>
            <a:endParaRPr lang="en-GB" dirty="0"/>
          </a:p>
        </p:txBody>
      </p:sp>
      <p:grpSp>
        <p:nvGrpSpPr>
          <p:cNvPr id="26" name="Group 25">
            <a:extLst>
              <a:ext uri="{FF2B5EF4-FFF2-40B4-BE49-F238E27FC236}">
                <a16:creationId xmlns:a16="http://schemas.microsoft.com/office/drawing/2014/main" id="{623C0D9B-9CF0-7C4F-93D8-B07315249BA8}"/>
              </a:ext>
            </a:extLst>
          </p:cNvPr>
          <p:cNvGrpSpPr/>
          <p:nvPr userDrawn="1"/>
        </p:nvGrpSpPr>
        <p:grpSpPr>
          <a:xfrm>
            <a:off x="1088017" y="7010400"/>
            <a:ext cx="10116602" cy="608260"/>
            <a:chOff x="1088017" y="7010400"/>
            <a:chExt cx="10116602" cy="608260"/>
          </a:xfrm>
        </p:grpSpPr>
        <p:sp>
          <p:nvSpPr>
            <p:cNvPr id="10" name="Rectangle 9">
              <a:extLst>
                <a:ext uri="{FF2B5EF4-FFF2-40B4-BE49-F238E27FC236}">
                  <a16:creationId xmlns:a16="http://schemas.microsoft.com/office/drawing/2014/main" id="{F0ECB9C8-1E08-8961-29B0-C939D416E93E}"/>
                </a:ext>
              </a:extLst>
            </p:cNvPr>
            <p:cNvSpPr/>
            <p:nvPr/>
          </p:nvSpPr>
          <p:spPr bwMode="gray">
            <a:xfrm>
              <a:off x="1174135" y="7183186"/>
              <a:ext cx="368759" cy="20745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CA1E97AF-549C-A680-8D8A-A9877F0E7520}"/>
                </a:ext>
              </a:extLst>
            </p:cNvPr>
            <p:cNvSpPr>
              <a:spLocks noChangeAspect="1"/>
            </p:cNvSpPr>
            <p:nvPr/>
          </p:nvSpPr>
          <p:spPr bwMode="gray">
            <a:xfrm>
              <a:off x="1192458" y="7206236"/>
              <a:ext cx="52029" cy="29270"/>
            </a:xfrm>
            <a:prstGeom prst="rect">
              <a:avLst/>
            </a:prstGeom>
            <a:solidFill>
              <a:srgbClr val="00000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2C90DF20-E872-6873-5E9A-043506B616A7}"/>
                </a:ext>
              </a:extLst>
            </p:cNvPr>
            <p:cNvSpPr>
              <a:spLocks noChangeAspect="1"/>
            </p:cNvSpPr>
            <p:nvPr/>
          </p:nvSpPr>
          <p:spPr bwMode="gray">
            <a:xfrm>
              <a:off x="1192458" y="7259925"/>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890337B1-D7FA-07AF-FB1A-F35DEC6F14AC}"/>
                </a:ext>
              </a:extLst>
            </p:cNvPr>
            <p:cNvSpPr>
              <a:spLocks noChangeAspect="1"/>
            </p:cNvSpPr>
            <p:nvPr/>
          </p:nvSpPr>
          <p:spPr bwMode="gray">
            <a:xfrm>
              <a:off x="1192458" y="7313614"/>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4C29FAD4-FC15-B240-1C70-0FDF4B49D2B9}"/>
                </a:ext>
              </a:extLst>
            </p:cNvPr>
            <p:cNvSpPr>
              <a:spLocks/>
            </p:cNvSpPr>
            <p:nvPr/>
          </p:nvSpPr>
          <p:spPr bwMode="gray">
            <a:xfrm>
              <a:off x="1192458" y="7367303"/>
              <a:ext cx="52029" cy="23047"/>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F1FD863F-14A0-DA04-32C0-F1B3D7B1A471}"/>
                </a:ext>
              </a:extLst>
            </p:cNvPr>
            <p:cNvCxnSpPr>
              <a:cxnSpLocks/>
            </p:cNvCxnSpPr>
            <p:nvPr/>
          </p:nvCxnSpPr>
          <p:spPr bwMode="gray">
            <a:xfrm>
              <a:off x="1266335" y="7183186"/>
              <a:ext cx="0" cy="20745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0756B24-CFA3-F50F-CCE8-77AE02E245E3}"/>
                </a:ext>
              </a:extLst>
            </p:cNvPr>
            <p:cNvSpPr>
              <a:spLocks noChangeAspect="1"/>
            </p:cNvSpPr>
            <p:nvPr/>
          </p:nvSpPr>
          <p:spPr bwMode="gray">
            <a:xfrm>
              <a:off x="1312443" y="7209747"/>
              <a:ext cx="173433" cy="97567"/>
            </a:xfrm>
            <a:prstGeom prst="rect">
              <a:avLst/>
            </a:prstGeom>
            <a:solidFill>
              <a:srgbClr val="00000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Straight Connector 20">
              <a:extLst>
                <a:ext uri="{FF2B5EF4-FFF2-40B4-BE49-F238E27FC236}">
                  <a16:creationId xmlns:a16="http://schemas.microsoft.com/office/drawing/2014/main" id="{79097F0F-4E87-7BBC-AF74-EC97F55E65C0}"/>
                </a:ext>
              </a:extLst>
            </p:cNvPr>
            <p:cNvCxnSpPr/>
            <p:nvPr/>
          </p:nvCxnSpPr>
          <p:spPr bwMode="gray">
            <a:xfrm>
              <a:off x="1330010" y="7231771"/>
              <a:ext cx="1383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A518E02-BFE7-B742-35F0-211442781EFA}"/>
                </a:ext>
              </a:extLst>
            </p:cNvPr>
            <p:cNvCxnSpPr>
              <a:cxnSpLocks/>
            </p:cNvCxnSpPr>
            <p:nvPr/>
          </p:nvCxnSpPr>
          <p:spPr bwMode="gray">
            <a:xfrm>
              <a:off x="1370098" y="7257825"/>
              <a:ext cx="98211"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5E2E7A3-C781-B345-952B-BF9F87E865FB}"/>
                </a:ext>
              </a:extLst>
            </p:cNvPr>
            <p:cNvCxnSpPr>
              <a:cxnSpLocks/>
            </p:cNvCxnSpPr>
            <p:nvPr/>
          </p:nvCxnSpPr>
          <p:spPr bwMode="gray">
            <a:xfrm>
              <a:off x="1370102" y="7284780"/>
              <a:ext cx="98211"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FCA4A4A-9F93-4836-2053-28ABAF5F005A}"/>
                </a:ext>
              </a:extLst>
            </p:cNvPr>
            <p:cNvCxnSpPr>
              <a:cxnSpLocks/>
            </p:cNvCxnSpPr>
            <p:nvPr/>
          </p:nvCxnSpPr>
          <p:spPr bwMode="gray">
            <a:xfrm>
              <a:off x="1330008" y="7258531"/>
              <a:ext cx="23047"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98D3F26-9096-7302-0237-7FC252AEBD4E}"/>
                </a:ext>
              </a:extLst>
            </p:cNvPr>
            <p:cNvCxnSpPr>
              <a:cxnSpLocks/>
            </p:cNvCxnSpPr>
            <p:nvPr/>
          </p:nvCxnSpPr>
          <p:spPr bwMode="gray">
            <a:xfrm>
              <a:off x="1330072" y="7284780"/>
              <a:ext cx="23047"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D92F656-0B15-5FD2-205D-FCAA7C7A9CB3}"/>
                </a:ext>
              </a:extLst>
            </p:cNvPr>
            <p:cNvCxnSpPr>
              <a:cxnSpLocks/>
            </p:cNvCxnSpPr>
            <p:nvPr/>
          </p:nvCxnSpPr>
          <p:spPr bwMode="gray">
            <a:xfrm flipH="1">
              <a:off x="1266335" y="7342884"/>
              <a:ext cx="276569"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18" name="Donut 24">
              <a:extLst>
                <a:ext uri="{FF2B5EF4-FFF2-40B4-BE49-F238E27FC236}">
                  <a16:creationId xmlns:a16="http://schemas.microsoft.com/office/drawing/2014/main" id="{0EA191B0-E040-2DA6-5EDD-751557422483}"/>
                </a:ext>
              </a:extLst>
            </p:cNvPr>
            <p:cNvSpPr/>
            <p:nvPr/>
          </p:nvSpPr>
          <p:spPr bwMode="gray">
            <a:xfrm>
              <a:off x="1099644" y="7010400"/>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9" name="Freeform 5">
              <a:extLst>
                <a:ext uri="{FF2B5EF4-FFF2-40B4-BE49-F238E27FC236}">
                  <a16:creationId xmlns:a16="http://schemas.microsoft.com/office/drawing/2014/main" id="{CA7539AA-B8A3-C812-D696-6052430E455E}"/>
                </a:ext>
              </a:extLst>
            </p:cNvPr>
            <p:cNvSpPr>
              <a:spLocks noEditPoints="1"/>
            </p:cNvSpPr>
            <p:nvPr/>
          </p:nvSpPr>
          <p:spPr bwMode="gray">
            <a:xfrm>
              <a:off x="1088017" y="7280430"/>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sp>
          <p:nvSpPr>
            <p:cNvPr id="9" name="TextBox 8">
              <a:extLst>
                <a:ext uri="{FF2B5EF4-FFF2-40B4-BE49-F238E27FC236}">
                  <a16:creationId xmlns:a16="http://schemas.microsoft.com/office/drawing/2014/main" id="{80E5D370-FC51-5E3D-141F-AD97F6B855A5}"/>
                </a:ext>
              </a:extLst>
            </p:cNvPr>
            <p:cNvSpPr txBox="1"/>
            <p:nvPr/>
          </p:nvSpPr>
          <p:spPr bwMode="gray">
            <a:xfrm>
              <a:off x="1831586" y="7010400"/>
              <a:ext cx="9373033" cy="484748"/>
            </a:xfrm>
            <a:prstGeom prst="rect">
              <a:avLst/>
            </a:prstGeom>
            <a:noFill/>
          </p:spPr>
          <p:txBody>
            <a:bodyPr wrap="square" lIns="0" tIns="0" rIns="0" bIns="0" rtlCol="0">
              <a:spAutoFit/>
            </a:bodyPr>
            <a:lstStyle/>
            <a:p>
              <a:r>
                <a:rPr lang="en-GB" sz="1050" dirty="0">
                  <a:solidFill>
                    <a:srgbClr val="000000"/>
                  </a:solidFill>
                </a:rPr>
                <a:t>A number of pre-designed layouts have been created for this presentation. To choose the right layout go to</a:t>
              </a:r>
            </a:p>
            <a:p>
              <a:r>
                <a:rPr lang="en-GB" sz="1050" dirty="0">
                  <a:solidFill>
                    <a:srgbClr val="000000"/>
                  </a:solidFill>
                </a:rPr>
                <a:t>&gt;View   &gt;Normal   &gt;Right Click over the thumbnail of the slide on the left of the screen   &gt;Layout   (Choose the most appropriate layout for your slide content)</a:t>
              </a:r>
            </a:p>
            <a:p>
              <a:endParaRPr lang="en-GB" sz="1050" dirty="0">
                <a:solidFill>
                  <a:srgbClr val="000000"/>
                </a:solidFill>
              </a:endParaRPr>
            </a:p>
          </p:txBody>
        </p:sp>
      </p:grpSp>
      <p:sp>
        <p:nvSpPr>
          <p:cNvPr id="31" name="TextBox 30">
            <a:extLst>
              <a:ext uri="{FF2B5EF4-FFF2-40B4-BE49-F238E27FC236}">
                <a16:creationId xmlns:a16="http://schemas.microsoft.com/office/drawing/2014/main" id="{AA74BF00-98E2-15E3-F2C4-A7F2571BA2A0}"/>
              </a:ext>
            </a:extLst>
          </p:cNvPr>
          <p:cNvSpPr txBox="1"/>
          <p:nvPr/>
        </p:nvSpPr>
        <p:spPr bwMode="gray">
          <a:xfrm>
            <a:off x="354798" y="-1782435"/>
            <a:ext cx="11482405" cy="323165"/>
          </a:xfrm>
          <a:prstGeom prst="rect">
            <a:avLst/>
          </a:prstGeom>
          <a:noFill/>
        </p:spPr>
        <p:txBody>
          <a:bodyPr wrap="square" lIns="0" tIns="0" rIns="0" bIns="0" rtlCol="0" anchor="ctr">
            <a:spAutoFit/>
          </a:bodyPr>
          <a:lstStyle/>
          <a:p>
            <a:r>
              <a:rPr lang="en-GB" sz="1050" dirty="0">
                <a:solidFill>
                  <a:srgbClr val="000000"/>
                </a:solidFill>
              </a:rPr>
              <a:t>A number of University of Plymouth colours have already been set within this presentation for ease of use. When selecting a colour opt for the top row of colours on the Palette titled ‘Theme Colours’ (found for example when you use the ‘Shape Fill’ button). Should you require further approved colours use the colour Eyedropper function and click on a colour swatch below.</a:t>
            </a:r>
          </a:p>
        </p:txBody>
      </p:sp>
      <p:grpSp>
        <p:nvGrpSpPr>
          <p:cNvPr id="84" name="Group 83">
            <a:extLst>
              <a:ext uri="{FF2B5EF4-FFF2-40B4-BE49-F238E27FC236}">
                <a16:creationId xmlns:a16="http://schemas.microsoft.com/office/drawing/2014/main" id="{A12C5E8E-B798-A10A-9502-5AE24CFF43D1}"/>
              </a:ext>
            </a:extLst>
          </p:cNvPr>
          <p:cNvGrpSpPr/>
          <p:nvPr/>
        </p:nvGrpSpPr>
        <p:grpSpPr>
          <a:xfrm>
            <a:off x="990210" y="-1323454"/>
            <a:ext cx="480901" cy="1062743"/>
            <a:chOff x="990210" y="-1323454"/>
            <a:chExt cx="480901" cy="1062743"/>
          </a:xfrm>
        </p:grpSpPr>
        <p:sp>
          <p:nvSpPr>
            <p:cNvPr id="33" name="Rectangle 32">
              <a:extLst>
                <a:ext uri="{FF2B5EF4-FFF2-40B4-BE49-F238E27FC236}">
                  <a16:creationId xmlns:a16="http://schemas.microsoft.com/office/drawing/2014/main" id="{9ED23601-149A-982B-4FD3-1AEA095871E0}"/>
                </a:ext>
              </a:extLst>
            </p:cNvPr>
            <p:cNvSpPr/>
            <p:nvPr/>
          </p:nvSpPr>
          <p:spPr bwMode="gray">
            <a:xfrm>
              <a:off x="1029526" y="-857439"/>
              <a:ext cx="417849" cy="182708"/>
            </a:xfrm>
            <a:prstGeom prst="rect">
              <a:avLst/>
            </a:prstGeom>
            <a:solidFill>
              <a:srgbClr val="1D34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7FC2F37B-0A11-8639-D779-33964EE04297}"/>
                </a:ext>
              </a:extLst>
            </p:cNvPr>
            <p:cNvSpPr/>
            <p:nvPr/>
          </p:nvSpPr>
          <p:spPr bwMode="gray">
            <a:xfrm>
              <a:off x="990210" y="-1323454"/>
              <a:ext cx="480901" cy="276999"/>
            </a:xfrm>
            <a:prstGeom prst="rect">
              <a:avLst/>
            </a:prstGeom>
          </p:spPr>
          <p:txBody>
            <a:bodyPr wrap="none" lIns="0" tIns="0" rIns="0" bIns="0">
              <a:spAutoFit/>
            </a:bodyPr>
            <a:lstStyle/>
            <a:p>
              <a:pPr algn="ctr"/>
              <a:r>
                <a:rPr lang="en-GB" sz="900" dirty="0">
                  <a:solidFill>
                    <a:srgbClr val="000000"/>
                  </a:solidFill>
                </a:rPr>
                <a:t>Plymouth</a:t>
              </a:r>
              <a:br>
                <a:rPr lang="en-GB" sz="900" dirty="0">
                  <a:solidFill>
                    <a:srgbClr val="000000"/>
                  </a:solidFill>
                </a:rPr>
              </a:br>
              <a:r>
                <a:rPr lang="en-GB" sz="900" dirty="0">
                  <a:solidFill>
                    <a:srgbClr val="000000"/>
                  </a:solidFill>
                </a:rPr>
                <a:t>Indigo</a:t>
              </a:r>
              <a:endParaRPr lang="en-GB" sz="900" dirty="0"/>
            </a:p>
          </p:txBody>
        </p:sp>
        <p:sp>
          <p:nvSpPr>
            <p:cNvPr id="35" name="Rectangle 34">
              <a:extLst>
                <a:ext uri="{FF2B5EF4-FFF2-40B4-BE49-F238E27FC236}">
                  <a16:creationId xmlns:a16="http://schemas.microsoft.com/office/drawing/2014/main" id="{937DDFD6-5A18-BD5C-FF9E-892078304A1A}"/>
                </a:ext>
              </a:extLst>
            </p:cNvPr>
            <p:cNvSpPr/>
            <p:nvPr/>
          </p:nvSpPr>
          <p:spPr bwMode="gray">
            <a:xfrm>
              <a:off x="1032842" y="-674731"/>
              <a:ext cx="414533" cy="414020"/>
            </a:xfrm>
            <a:prstGeom prst="rect">
              <a:avLst/>
            </a:prstGeom>
          </p:spPr>
          <p:txBody>
            <a:bodyPr wrap="square" lIns="0" tIns="0" rIns="0" bIns="0">
              <a:spAutoFit/>
            </a:bodyPr>
            <a:lstStyle/>
            <a:p>
              <a:pPr algn="l"/>
              <a:r>
                <a:rPr lang="en-GB" sz="900" dirty="0">
                  <a:solidFill>
                    <a:srgbClr val="000000"/>
                  </a:solidFill>
                </a:rPr>
                <a:t>R: 29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52</a:t>
              </a:r>
            </a:p>
            <a:p>
              <a:pPr algn="l"/>
              <a:r>
                <a:rPr lang="en-GB" sz="900" dirty="0">
                  <a:solidFill>
                    <a:srgbClr val="000000"/>
                  </a:solidFill>
                </a:rPr>
                <a:t>B: 126</a:t>
              </a:r>
              <a:endParaRPr lang="en-GB" sz="900" dirty="0"/>
            </a:p>
          </p:txBody>
        </p:sp>
      </p:grpSp>
      <p:grpSp>
        <p:nvGrpSpPr>
          <p:cNvPr id="85" name="Group 84">
            <a:extLst>
              <a:ext uri="{FF2B5EF4-FFF2-40B4-BE49-F238E27FC236}">
                <a16:creationId xmlns:a16="http://schemas.microsoft.com/office/drawing/2014/main" id="{6844D660-0284-2086-24F9-6FDA3C625707}"/>
              </a:ext>
            </a:extLst>
          </p:cNvPr>
          <p:cNvGrpSpPr/>
          <p:nvPr/>
        </p:nvGrpSpPr>
        <p:grpSpPr>
          <a:xfrm>
            <a:off x="1689526" y="-1323454"/>
            <a:ext cx="480901" cy="1062743"/>
            <a:chOff x="1689526" y="-1323454"/>
            <a:chExt cx="480901" cy="1062743"/>
          </a:xfrm>
        </p:grpSpPr>
        <p:sp>
          <p:nvSpPr>
            <p:cNvPr id="37" name="Rectangle 36">
              <a:extLst>
                <a:ext uri="{FF2B5EF4-FFF2-40B4-BE49-F238E27FC236}">
                  <a16:creationId xmlns:a16="http://schemas.microsoft.com/office/drawing/2014/main" id="{78C1C499-63C3-0EC4-C7EE-65A45BB12C29}"/>
                </a:ext>
              </a:extLst>
            </p:cNvPr>
            <p:cNvSpPr/>
            <p:nvPr/>
          </p:nvSpPr>
          <p:spPr bwMode="gray">
            <a:xfrm>
              <a:off x="1728846" y="-857439"/>
              <a:ext cx="417849" cy="182708"/>
            </a:xfrm>
            <a:prstGeom prst="rect">
              <a:avLst/>
            </a:prstGeom>
            <a:solidFill>
              <a:srgbClr val="3C3E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50C71AC0-EBB1-2B32-CA02-F12AE56086B3}"/>
                </a:ext>
              </a:extLst>
            </p:cNvPr>
            <p:cNvSpPr/>
            <p:nvPr/>
          </p:nvSpPr>
          <p:spPr bwMode="gray">
            <a:xfrm>
              <a:off x="1689526"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Midnight</a:t>
              </a:r>
            </a:p>
            <a:p>
              <a:pPr algn="ctr"/>
              <a:r>
                <a:rPr lang="en-GB" sz="900" dirty="0">
                  <a:solidFill>
                    <a:srgbClr val="000000"/>
                  </a:solidFill>
                </a:rPr>
                <a:t>Blue*</a:t>
              </a:r>
              <a:endParaRPr lang="en-GB" sz="900" dirty="0"/>
            </a:p>
          </p:txBody>
        </p:sp>
        <p:sp>
          <p:nvSpPr>
            <p:cNvPr id="39" name="Rectangle 38">
              <a:extLst>
                <a:ext uri="{FF2B5EF4-FFF2-40B4-BE49-F238E27FC236}">
                  <a16:creationId xmlns:a16="http://schemas.microsoft.com/office/drawing/2014/main" id="{96B0EBA8-1E17-40A0-7752-72FFC1206F75}"/>
                </a:ext>
              </a:extLst>
            </p:cNvPr>
            <p:cNvSpPr/>
            <p:nvPr/>
          </p:nvSpPr>
          <p:spPr bwMode="gray">
            <a:xfrm>
              <a:off x="1732162" y="-674731"/>
              <a:ext cx="414533" cy="414020"/>
            </a:xfrm>
            <a:prstGeom prst="rect">
              <a:avLst/>
            </a:prstGeom>
          </p:spPr>
          <p:txBody>
            <a:bodyPr wrap="square" lIns="0" tIns="0" rIns="0" bIns="0">
              <a:spAutoFit/>
            </a:bodyPr>
            <a:lstStyle/>
            <a:p>
              <a:pPr algn="l"/>
              <a:r>
                <a:rPr lang="en-GB" sz="900" dirty="0">
                  <a:solidFill>
                    <a:srgbClr val="000000"/>
                  </a:solidFill>
                </a:rPr>
                <a:t>R: 60</a:t>
              </a:r>
            </a:p>
            <a:p>
              <a:pPr algn="l"/>
              <a:r>
                <a:rPr lang="en-GB" sz="900" dirty="0">
                  <a:solidFill>
                    <a:srgbClr val="000000"/>
                  </a:solidFill>
                </a:rPr>
                <a:t>G:</a:t>
              </a:r>
              <a:r>
                <a:rPr lang="en-GB" sz="900" baseline="0" dirty="0">
                  <a:solidFill>
                    <a:srgbClr val="000000"/>
                  </a:solidFill>
                </a:rPr>
                <a:t> 62</a:t>
              </a:r>
              <a:endParaRPr lang="en-GB" sz="900" dirty="0">
                <a:solidFill>
                  <a:srgbClr val="000000"/>
                </a:solidFill>
              </a:endParaRPr>
            </a:p>
            <a:p>
              <a:pPr algn="l"/>
              <a:r>
                <a:rPr lang="en-GB" sz="900" dirty="0">
                  <a:solidFill>
                    <a:srgbClr val="000000"/>
                  </a:solidFill>
                </a:rPr>
                <a:t>B: 111</a:t>
              </a:r>
              <a:endParaRPr lang="en-GB" sz="900" dirty="0"/>
            </a:p>
          </p:txBody>
        </p:sp>
      </p:grpSp>
      <p:grpSp>
        <p:nvGrpSpPr>
          <p:cNvPr id="86" name="Group 85">
            <a:extLst>
              <a:ext uri="{FF2B5EF4-FFF2-40B4-BE49-F238E27FC236}">
                <a16:creationId xmlns:a16="http://schemas.microsoft.com/office/drawing/2014/main" id="{2A926DA5-FAFD-1F07-E286-0A9D7AE6FB37}"/>
              </a:ext>
            </a:extLst>
          </p:cNvPr>
          <p:cNvGrpSpPr/>
          <p:nvPr/>
        </p:nvGrpSpPr>
        <p:grpSpPr>
          <a:xfrm>
            <a:off x="2388842" y="-1323454"/>
            <a:ext cx="525785" cy="1062743"/>
            <a:chOff x="2388842" y="-1323454"/>
            <a:chExt cx="525785" cy="1062743"/>
          </a:xfrm>
        </p:grpSpPr>
        <p:sp>
          <p:nvSpPr>
            <p:cNvPr id="41" name="Rectangle 40">
              <a:extLst>
                <a:ext uri="{FF2B5EF4-FFF2-40B4-BE49-F238E27FC236}">
                  <a16:creationId xmlns:a16="http://schemas.microsoft.com/office/drawing/2014/main" id="{DC8F0FCD-9307-96E9-EF02-2029EC5507D5}"/>
                </a:ext>
              </a:extLst>
            </p:cNvPr>
            <p:cNvSpPr/>
            <p:nvPr/>
          </p:nvSpPr>
          <p:spPr bwMode="gray">
            <a:xfrm>
              <a:off x="2442810" y="-857439"/>
              <a:ext cx="417849" cy="182708"/>
            </a:xfrm>
            <a:prstGeom prst="rect">
              <a:avLst/>
            </a:prstGeom>
            <a:solidFill>
              <a:srgbClr val="7B77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04F4313C-31B5-D000-8C38-D8E88A514558}"/>
                </a:ext>
              </a:extLst>
            </p:cNvPr>
            <p:cNvSpPr/>
            <p:nvPr/>
          </p:nvSpPr>
          <p:spPr bwMode="gray">
            <a:xfrm>
              <a:off x="2388842" y="-1323454"/>
              <a:ext cx="525785"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Dark</a:t>
              </a:r>
            </a:p>
            <a:p>
              <a:pPr algn="ctr"/>
              <a:r>
                <a:rPr lang="en-GB" sz="900" dirty="0">
                  <a:solidFill>
                    <a:srgbClr val="000000"/>
                  </a:solidFill>
                </a:rPr>
                <a:t>Lavender*</a:t>
              </a:r>
              <a:endParaRPr lang="en-GB" sz="900" dirty="0"/>
            </a:p>
          </p:txBody>
        </p:sp>
        <p:sp>
          <p:nvSpPr>
            <p:cNvPr id="43" name="Rectangle 42">
              <a:extLst>
                <a:ext uri="{FF2B5EF4-FFF2-40B4-BE49-F238E27FC236}">
                  <a16:creationId xmlns:a16="http://schemas.microsoft.com/office/drawing/2014/main" id="{B004D0FE-907D-2412-032D-7EE204676367}"/>
                </a:ext>
              </a:extLst>
            </p:cNvPr>
            <p:cNvSpPr/>
            <p:nvPr/>
          </p:nvSpPr>
          <p:spPr bwMode="gray">
            <a:xfrm>
              <a:off x="2453920" y="-674731"/>
              <a:ext cx="414533" cy="414020"/>
            </a:xfrm>
            <a:prstGeom prst="rect">
              <a:avLst/>
            </a:prstGeom>
          </p:spPr>
          <p:txBody>
            <a:bodyPr wrap="square" lIns="0" tIns="0" rIns="0" bIns="0">
              <a:spAutoFit/>
            </a:bodyPr>
            <a:lstStyle/>
            <a:p>
              <a:pPr algn="l"/>
              <a:r>
                <a:rPr lang="en-GB" sz="900" dirty="0">
                  <a:solidFill>
                    <a:srgbClr val="000000"/>
                  </a:solidFill>
                </a:rPr>
                <a:t>R: 123</a:t>
              </a:r>
            </a:p>
            <a:p>
              <a:pPr algn="l"/>
              <a:r>
                <a:rPr lang="en-GB" sz="900" dirty="0">
                  <a:solidFill>
                    <a:srgbClr val="000000"/>
                  </a:solidFill>
                </a:rPr>
                <a:t>G:</a:t>
              </a:r>
              <a:r>
                <a:rPr lang="en-GB" sz="900" baseline="0" dirty="0">
                  <a:solidFill>
                    <a:srgbClr val="000000"/>
                  </a:solidFill>
                </a:rPr>
                <a:t> 119</a:t>
              </a:r>
              <a:endParaRPr lang="en-GB" sz="900" dirty="0">
                <a:solidFill>
                  <a:srgbClr val="000000"/>
                </a:solidFill>
              </a:endParaRPr>
            </a:p>
            <a:p>
              <a:pPr algn="l"/>
              <a:r>
                <a:rPr lang="en-GB" sz="900" dirty="0">
                  <a:solidFill>
                    <a:srgbClr val="000000"/>
                  </a:solidFill>
                </a:rPr>
                <a:t>B: 165</a:t>
              </a:r>
              <a:endParaRPr lang="en-GB" sz="900" dirty="0"/>
            </a:p>
          </p:txBody>
        </p:sp>
      </p:grpSp>
      <p:grpSp>
        <p:nvGrpSpPr>
          <p:cNvPr id="87" name="Group 86">
            <a:extLst>
              <a:ext uri="{FF2B5EF4-FFF2-40B4-BE49-F238E27FC236}">
                <a16:creationId xmlns:a16="http://schemas.microsoft.com/office/drawing/2014/main" id="{9968D151-7D42-A3FF-68D3-3CDD4D410584}"/>
              </a:ext>
            </a:extLst>
          </p:cNvPr>
          <p:cNvGrpSpPr/>
          <p:nvPr/>
        </p:nvGrpSpPr>
        <p:grpSpPr>
          <a:xfrm>
            <a:off x="3133042" y="-1323454"/>
            <a:ext cx="480901" cy="1062743"/>
            <a:chOff x="3133042" y="-1323454"/>
            <a:chExt cx="480901" cy="1062743"/>
          </a:xfrm>
        </p:grpSpPr>
        <p:sp>
          <p:nvSpPr>
            <p:cNvPr id="45" name="Rectangle 44">
              <a:extLst>
                <a:ext uri="{FF2B5EF4-FFF2-40B4-BE49-F238E27FC236}">
                  <a16:creationId xmlns:a16="http://schemas.microsoft.com/office/drawing/2014/main" id="{6F0F19A6-489E-2156-413A-4C3363D3ABFD}"/>
                </a:ext>
              </a:extLst>
            </p:cNvPr>
            <p:cNvSpPr/>
            <p:nvPr/>
          </p:nvSpPr>
          <p:spPr bwMode="gray">
            <a:xfrm>
              <a:off x="3172362" y="-857439"/>
              <a:ext cx="417849" cy="182708"/>
            </a:xfrm>
            <a:prstGeom prst="rect">
              <a:avLst/>
            </a:prstGeom>
            <a:solidFill>
              <a:srgbClr val="539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90DBA2B0-55DF-3CCA-6317-88790BBDEFB0}"/>
                </a:ext>
              </a:extLst>
            </p:cNvPr>
            <p:cNvSpPr/>
            <p:nvPr/>
          </p:nvSpPr>
          <p:spPr bwMode="gray">
            <a:xfrm>
              <a:off x="3133042"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Bondi</a:t>
              </a:r>
            </a:p>
            <a:p>
              <a:pPr algn="ctr"/>
              <a:r>
                <a:rPr lang="en-GB" sz="900" dirty="0">
                  <a:solidFill>
                    <a:srgbClr val="000000"/>
                  </a:solidFill>
                </a:rPr>
                <a:t>Blue</a:t>
              </a:r>
              <a:endParaRPr lang="en-GB" sz="900" dirty="0"/>
            </a:p>
          </p:txBody>
        </p:sp>
        <p:sp>
          <p:nvSpPr>
            <p:cNvPr id="47" name="Rectangle 46">
              <a:extLst>
                <a:ext uri="{FF2B5EF4-FFF2-40B4-BE49-F238E27FC236}">
                  <a16:creationId xmlns:a16="http://schemas.microsoft.com/office/drawing/2014/main" id="{D038885F-0F3E-2655-767A-C326A1BFB6A1}"/>
                </a:ext>
              </a:extLst>
            </p:cNvPr>
            <p:cNvSpPr/>
            <p:nvPr/>
          </p:nvSpPr>
          <p:spPr bwMode="gray">
            <a:xfrm>
              <a:off x="3175678" y="-674731"/>
              <a:ext cx="414533" cy="414020"/>
            </a:xfrm>
            <a:prstGeom prst="rect">
              <a:avLst/>
            </a:prstGeom>
          </p:spPr>
          <p:txBody>
            <a:bodyPr wrap="square" lIns="0" tIns="0" rIns="0" bIns="0">
              <a:spAutoFit/>
            </a:bodyPr>
            <a:lstStyle/>
            <a:p>
              <a:pPr algn="l"/>
              <a:r>
                <a:rPr lang="en-GB" sz="900" dirty="0">
                  <a:solidFill>
                    <a:srgbClr val="000000"/>
                  </a:solidFill>
                </a:rPr>
                <a:t>R: 83</a:t>
              </a:r>
            </a:p>
            <a:p>
              <a:pPr algn="l"/>
              <a:r>
                <a:rPr lang="en-GB" sz="900" dirty="0">
                  <a:solidFill>
                    <a:srgbClr val="000000"/>
                  </a:solidFill>
                </a:rPr>
                <a:t>G: 145</a:t>
              </a:r>
            </a:p>
            <a:p>
              <a:pPr algn="l"/>
              <a:r>
                <a:rPr lang="en-GB" sz="900" dirty="0">
                  <a:solidFill>
                    <a:srgbClr val="000000"/>
                  </a:solidFill>
                </a:rPr>
                <a:t>B: 202</a:t>
              </a:r>
              <a:endParaRPr lang="en-GB" sz="900" dirty="0"/>
            </a:p>
          </p:txBody>
        </p:sp>
      </p:grpSp>
      <p:grpSp>
        <p:nvGrpSpPr>
          <p:cNvPr id="110" name="Group 109">
            <a:extLst>
              <a:ext uri="{FF2B5EF4-FFF2-40B4-BE49-F238E27FC236}">
                <a16:creationId xmlns:a16="http://schemas.microsoft.com/office/drawing/2014/main" id="{13C5B42F-6B38-E1C4-00D4-3B50AD15F819}"/>
              </a:ext>
            </a:extLst>
          </p:cNvPr>
          <p:cNvGrpSpPr/>
          <p:nvPr/>
        </p:nvGrpSpPr>
        <p:grpSpPr>
          <a:xfrm>
            <a:off x="3832358" y="-1323454"/>
            <a:ext cx="557845" cy="1062743"/>
            <a:chOff x="3832358" y="-1323454"/>
            <a:chExt cx="557845" cy="1062743"/>
          </a:xfrm>
        </p:grpSpPr>
        <p:sp>
          <p:nvSpPr>
            <p:cNvPr id="49" name="Rectangle 48">
              <a:extLst>
                <a:ext uri="{FF2B5EF4-FFF2-40B4-BE49-F238E27FC236}">
                  <a16:creationId xmlns:a16="http://schemas.microsoft.com/office/drawing/2014/main" id="{0CF0271E-D7A8-3DBC-9828-21EBEA55C998}"/>
                </a:ext>
              </a:extLst>
            </p:cNvPr>
            <p:cNvSpPr/>
            <p:nvPr/>
          </p:nvSpPr>
          <p:spPr bwMode="gray">
            <a:xfrm>
              <a:off x="3910149" y="-857439"/>
              <a:ext cx="417849" cy="182708"/>
            </a:xfrm>
            <a:prstGeom prst="rect">
              <a:avLst/>
            </a:prstGeom>
            <a:solidFill>
              <a:srgbClr val="7FB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Rectangle 49">
              <a:extLst>
                <a:ext uri="{FF2B5EF4-FFF2-40B4-BE49-F238E27FC236}">
                  <a16:creationId xmlns:a16="http://schemas.microsoft.com/office/drawing/2014/main" id="{6C82975E-5CA5-F821-E8E0-92308C947807}"/>
                </a:ext>
              </a:extLst>
            </p:cNvPr>
            <p:cNvSpPr/>
            <p:nvPr/>
          </p:nvSpPr>
          <p:spPr bwMode="gray">
            <a:xfrm>
              <a:off x="3832358" y="-1323454"/>
              <a:ext cx="557845" cy="276999"/>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Turquoise*</a:t>
              </a:r>
              <a:endParaRPr lang="en-GB" sz="900" dirty="0"/>
            </a:p>
          </p:txBody>
        </p:sp>
        <p:sp>
          <p:nvSpPr>
            <p:cNvPr id="51" name="Rectangle 50">
              <a:extLst>
                <a:ext uri="{FF2B5EF4-FFF2-40B4-BE49-F238E27FC236}">
                  <a16:creationId xmlns:a16="http://schemas.microsoft.com/office/drawing/2014/main" id="{EFA6D258-C285-E987-3184-72548C28BC34}"/>
                </a:ext>
              </a:extLst>
            </p:cNvPr>
            <p:cNvSpPr/>
            <p:nvPr/>
          </p:nvSpPr>
          <p:spPr bwMode="gray">
            <a:xfrm>
              <a:off x="3913465" y="-674731"/>
              <a:ext cx="414533" cy="414020"/>
            </a:xfrm>
            <a:prstGeom prst="rect">
              <a:avLst/>
            </a:prstGeom>
          </p:spPr>
          <p:txBody>
            <a:bodyPr wrap="square" lIns="0" tIns="0" rIns="0" bIns="0">
              <a:spAutoFit/>
            </a:bodyPr>
            <a:lstStyle/>
            <a:p>
              <a:pPr algn="l"/>
              <a:r>
                <a:rPr lang="en-GB" sz="900" dirty="0">
                  <a:solidFill>
                    <a:srgbClr val="000000"/>
                  </a:solidFill>
                </a:rPr>
                <a:t>R: 127</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191</a:t>
              </a:r>
            </a:p>
            <a:p>
              <a:pPr algn="l"/>
              <a:r>
                <a:rPr lang="en-GB" sz="900" dirty="0">
                  <a:solidFill>
                    <a:srgbClr val="000000"/>
                  </a:solidFill>
                </a:rPr>
                <a:t>B: 215</a:t>
              </a:r>
              <a:endParaRPr lang="en-GB" sz="900" dirty="0"/>
            </a:p>
          </p:txBody>
        </p:sp>
      </p:grpSp>
      <p:grpSp>
        <p:nvGrpSpPr>
          <p:cNvPr id="111" name="Group 110">
            <a:extLst>
              <a:ext uri="{FF2B5EF4-FFF2-40B4-BE49-F238E27FC236}">
                <a16:creationId xmlns:a16="http://schemas.microsoft.com/office/drawing/2014/main" id="{5483041D-EC54-BED3-93C3-BE295E8AAF3B}"/>
              </a:ext>
            </a:extLst>
          </p:cNvPr>
          <p:cNvGrpSpPr/>
          <p:nvPr/>
        </p:nvGrpSpPr>
        <p:grpSpPr>
          <a:xfrm>
            <a:off x="4608618" y="-1323454"/>
            <a:ext cx="480901" cy="1062743"/>
            <a:chOff x="4608618" y="-1323454"/>
            <a:chExt cx="480901" cy="1062743"/>
          </a:xfrm>
        </p:grpSpPr>
        <p:sp>
          <p:nvSpPr>
            <p:cNvPr id="53" name="Rectangle 52">
              <a:extLst>
                <a:ext uri="{FF2B5EF4-FFF2-40B4-BE49-F238E27FC236}">
                  <a16:creationId xmlns:a16="http://schemas.microsoft.com/office/drawing/2014/main" id="{A8940FA7-8C86-FEF9-3B82-1B0A754F66CD}"/>
                </a:ext>
              </a:extLst>
            </p:cNvPr>
            <p:cNvSpPr/>
            <p:nvPr/>
          </p:nvSpPr>
          <p:spPr bwMode="gray">
            <a:xfrm>
              <a:off x="4647934" y="-857439"/>
              <a:ext cx="417849" cy="182708"/>
            </a:xfrm>
            <a:prstGeom prst="rect">
              <a:avLst/>
            </a:prstGeom>
            <a:solidFill>
              <a:srgbClr val="9FC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0B17C95C-2CD4-0339-2CBE-2CFDAF1FA30C}"/>
                </a:ext>
              </a:extLst>
            </p:cNvPr>
            <p:cNvSpPr/>
            <p:nvPr/>
          </p:nvSpPr>
          <p:spPr bwMode="gray">
            <a:xfrm>
              <a:off x="4608618"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Sea</a:t>
              </a:r>
            </a:p>
            <a:p>
              <a:pPr algn="ctr"/>
              <a:r>
                <a:rPr lang="en-GB" sz="900" dirty="0">
                  <a:solidFill>
                    <a:srgbClr val="000000"/>
                  </a:solidFill>
                </a:rPr>
                <a:t>Green*</a:t>
              </a:r>
              <a:endParaRPr lang="en-GB" sz="900" dirty="0"/>
            </a:p>
          </p:txBody>
        </p:sp>
        <p:sp>
          <p:nvSpPr>
            <p:cNvPr id="55" name="Rectangle 54">
              <a:extLst>
                <a:ext uri="{FF2B5EF4-FFF2-40B4-BE49-F238E27FC236}">
                  <a16:creationId xmlns:a16="http://schemas.microsoft.com/office/drawing/2014/main" id="{0D6F897B-7914-4B43-61C8-8FC5AA1ADB7B}"/>
                </a:ext>
              </a:extLst>
            </p:cNvPr>
            <p:cNvSpPr/>
            <p:nvPr/>
          </p:nvSpPr>
          <p:spPr bwMode="gray">
            <a:xfrm>
              <a:off x="4651250" y="-674731"/>
              <a:ext cx="414533" cy="414020"/>
            </a:xfrm>
            <a:prstGeom prst="rect">
              <a:avLst/>
            </a:prstGeom>
          </p:spPr>
          <p:txBody>
            <a:bodyPr wrap="square" lIns="0" tIns="0" rIns="0" bIns="0">
              <a:spAutoFit/>
            </a:bodyPr>
            <a:lstStyle/>
            <a:p>
              <a:pPr algn="l"/>
              <a:r>
                <a:rPr lang="en-GB" sz="900" dirty="0">
                  <a:solidFill>
                    <a:srgbClr val="000000"/>
                  </a:solidFill>
                </a:rPr>
                <a:t>R: 159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202</a:t>
              </a:r>
            </a:p>
            <a:p>
              <a:pPr algn="l"/>
              <a:r>
                <a:rPr lang="en-GB" sz="900" dirty="0">
                  <a:solidFill>
                    <a:srgbClr val="000000"/>
                  </a:solidFill>
                </a:rPr>
                <a:t>B: 197</a:t>
              </a:r>
              <a:endParaRPr lang="en-GB" sz="900" dirty="0"/>
            </a:p>
          </p:txBody>
        </p:sp>
      </p:grpSp>
      <p:grpSp>
        <p:nvGrpSpPr>
          <p:cNvPr id="112" name="Group 111">
            <a:extLst>
              <a:ext uri="{FF2B5EF4-FFF2-40B4-BE49-F238E27FC236}">
                <a16:creationId xmlns:a16="http://schemas.microsoft.com/office/drawing/2014/main" id="{761C5F32-50DA-38FE-8AAB-4B750262B55B}"/>
              </a:ext>
            </a:extLst>
          </p:cNvPr>
          <p:cNvGrpSpPr/>
          <p:nvPr/>
        </p:nvGrpSpPr>
        <p:grpSpPr>
          <a:xfrm>
            <a:off x="5307934" y="-1323454"/>
            <a:ext cx="480901" cy="1062743"/>
            <a:chOff x="5307934" y="-1323454"/>
            <a:chExt cx="480901" cy="1062743"/>
          </a:xfrm>
        </p:grpSpPr>
        <p:sp>
          <p:nvSpPr>
            <p:cNvPr id="57" name="Rectangle 56">
              <a:extLst>
                <a:ext uri="{FF2B5EF4-FFF2-40B4-BE49-F238E27FC236}">
                  <a16:creationId xmlns:a16="http://schemas.microsoft.com/office/drawing/2014/main" id="{3BF35EE2-759A-D3EE-768E-F1C4818C5F4F}"/>
                </a:ext>
              </a:extLst>
            </p:cNvPr>
            <p:cNvSpPr/>
            <p:nvPr/>
          </p:nvSpPr>
          <p:spPr bwMode="gray">
            <a:xfrm>
              <a:off x="5347254" y="-857439"/>
              <a:ext cx="417849" cy="182708"/>
            </a:xfrm>
            <a:prstGeom prst="rect">
              <a:avLst/>
            </a:prstGeom>
            <a:solidFill>
              <a:srgbClr val="B4C9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FBF66AFD-5006-1DEA-156C-D9E4D4995C60}"/>
                </a:ext>
              </a:extLst>
            </p:cNvPr>
            <p:cNvSpPr/>
            <p:nvPr/>
          </p:nvSpPr>
          <p:spPr bwMode="gray">
            <a:xfrm>
              <a:off x="5307934"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Fresh</a:t>
              </a:r>
            </a:p>
            <a:p>
              <a:pPr algn="ctr"/>
              <a:r>
                <a:rPr lang="en-GB" sz="900" dirty="0">
                  <a:solidFill>
                    <a:srgbClr val="000000"/>
                  </a:solidFill>
                </a:rPr>
                <a:t>Green</a:t>
              </a:r>
              <a:endParaRPr lang="en-GB" sz="900" dirty="0"/>
            </a:p>
          </p:txBody>
        </p:sp>
        <p:sp>
          <p:nvSpPr>
            <p:cNvPr id="59" name="Rectangle 58">
              <a:extLst>
                <a:ext uri="{FF2B5EF4-FFF2-40B4-BE49-F238E27FC236}">
                  <a16:creationId xmlns:a16="http://schemas.microsoft.com/office/drawing/2014/main" id="{3EB3B90A-2451-2D61-E5A5-CD0CDBD97A93}"/>
                </a:ext>
              </a:extLst>
            </p:cNvPr>
            <p:cNvSpPr/>
            <p:nvPr/>
          </p:nvSpPr>
          <p:spPr bwMode="gray">
            <a:xfrm>
              <a:off x="5350570" y="-674731"/>
              <a:ext cx="414533" cy="414020"/>
            </a:xfrm>
            <a:prstGeom prst="rect">
              <a:avLst/>
            </a:prstGeom>
          </p:spPr>
          <p:txBody>
            <a:bodyPr wrap="square" lIns="0" tIns="0" rIns="0" bIns="0">
              <a:spAutoFit/>
            </a:bodyPr>
            <a:lstStyle/>
            <a:p>
              <a:pPr algn="l"/>
              <a:r>
                <a:rPr lang="en-GB" sz="900" dirty="0">
                  <a:solidFill>
                    <a:srgbClr val="000000"/>
                  </a:solidFill>
                </a:rPr>
                <a:t>R: 193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0</a:t>
              </a:r>
            </a:p>
            <a:p>
              <a:pPr algn="l"/>
              <a:r>
                <a:rPr lang="en-GB" sz="900" dirty="0">
                  <a:solidFill>
                    <a:srgbClr val="000000"/>
                  </a:solidFill>
                </a:rPr>
                <a:t>B: 74</a:t>
              </a:r>
              <a:endParaRPr lang="en-GB" sz="900" dirty="0"/>
            </a:p>
          </p:txBody>
        </p:sp>
      </p:grpSp>
      <p:grpSp>
        <p:nvGrpSpPr>
          <p:cNvPr id="113" name="Group 112">
            <a:extLst>
              <a:ext uri="{FF2B5EF4-FFF2-40B4-BE49-F238E27FC236}">
                <a16:creationId xmlns:a16="http://schemas.microsoft.com/office/drawing/2014/main" id="{832BF4EC-C6FF-0938-0912-AF18D98CE331}"/>
              </a:ext>
            </a:extLst>
          </p:cNvPr>
          <p:cNvGrpSpPr/>
          <p:nvPr/>
        </p:nvGrpSpPr>
        <p:grpSpPr>
          <a:xfrm>
            <a:off x="6007250" y="-1323454"/>
            <a:ext cx="532197" cy="1062743"/>
            <a:chOff x="6007250" y="-1323454"/>
            <a:chExt cx="532197" cy="1062743"/>
          </a:xfrm>
        </p:grpSpPr>
        <p:sp>
          <p:nvSpPr>
            <p:cNvPr id="61" name="Rectangle 60">
              <a:extLst>
                <a:ext uri="{FF2B5EF4-FFF2-40B4-BE49-F238E27FC236}">
                  <a16:creationId xmlns:a16="http://schemas.microsoft.com/office/drawing/2014/main" id="{ACE64B14-2EFB-6298-FE90-851C843123AA}"/>
                </a:ext>
              </a:extLst>
            </p:cNvPr>
            <p:cNvSpPr/>
            <p:nvPr/>
          </p:nvSpPr>
          <p:spPr bwMode="gray">
            <a:xfrm>
              <a:off x="6072216" y="-857439"/>
              <a:ext cx="417849" cy="182708"/>
            </a:xfrm>
            <a:prstGeom prst="rect">
              <a:avLst/>
            </a:prstGeom>
            <a:solidFill>
              <a:srgbClr val="C100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Rectangle 61">
              <a:extLst>
                <a:ext uri="{FF2B5EF4-FFF2-40B4-BE49-F238E27FC236}">
                  <a16:creationId xmlns:a16="http://schemas.microsoft.com/office/drawing/2014/main" id="{A059774D-DF51-1B0C-6969-7EEE8FBC3D19}"/>
                </a:ext>
              </a:extLst>
            </p:cNvPr>
            <p:cNvSpPr/>
            <p:nvPr/>
          </p:nvSpPr>
          <p:spPr bwMode="gray">
            <a:xfrm>
              <a:off x="6007250" y="-1323454"/>
              <a:ext cx="532197"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Raspberry</a:t>
              </a:r>
            </a:p>
            <a:p>
              <a:pPr algn="ctr"/>
              <a:r>
                <a:rPr lang="en-GB" sz="900" dirty="0">
                  <a:solidFill>
                    <a:srgbClr val="000000"/>
                  </a:solidFill>
                </a:rPr>
                <a:t>Red*</a:t>
              </a:r>
              <a:endParaRPr lang="en-GB" sz="900" dirty="0"/>
            </a:p>
          </p:txBody>
        </p:sp>
        <p:sp>
          <p:nvSpPr>
            <p:cNvPr id="63" name="Rectangle 62">
              <a:extLst>
                <a:ext uri="{FF2B5EF4-FFF2-40B4-BE49-F238E27FC236}">
                  <a16:creationId xmlns:a16="http://schemas.microsoft.com/office/drawing/2014/main" id="{B7469336-30DD-11B6-7635-E0A3ABE664FD}"/>
                </a:ext>
              </a:extLst>
            </p:cNvPr>
            <p:cNvSpPr/>
            <p:nvPr/>
          </p:nvSpPr>
          <p:spPr bwMode="gray">
            <a:xfrm>
              <a:off x="6075532" y="-674731"/>
              <a:ext cx="414533" cy="414020"/>
            </a:xfrm>
            <a:prstGeom prst="rect">
              <a:avLst/>
            </a:prstGeom>
          </p:spPr>
          <p:txBody>
            <a:bodyPr wrap="square" lIns="0" tIns="0" rIns="0" bIns="0">
              <a:spAutoFit/>
            </a:bodyPr>
            <a:lstStyle/>
            <a:p>
              <a:pPr algn="l"/>
              <a:r>
                <a:rPr lang="en-GB" sz="900" dirty="0">
                  <a:solidFill>
                    <a:srgbClr val="000000"/>
                  </a:solidFill>
                </a:rPr>
                <a:t>R: 193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0</a:t>
              </a:r>
            </a:p>
            <a:p>
              <a:pPr algn="l"/>
              <a:r>
                <a:rPr lang="en-GB" sz="900" dirty="0">
                  <a:solidFill>
                    <a:srgbClr val="000000"/>
                  </a:solidFill>
                </a:rPr>
                <a:t>B: 74</a:t>
              </a:r>
              <a:endParaRPr lang="en-GB" sz="900" dirty="0"/>
            </a:p>
          </p:txBody>
        </p:sp>
      </p:grpSp>
      <p:grpSp>
        <p:nvGrpSpPr>
          <p:cNvPr id="114" name="Group 113">
            <a:extLst>
              <a:ext uri="{FF2B5EF4-FFF2-40B4-BE49-F238E27FC236}">
                <a16:creationId xmlns:a16="http://schemas.microsoft.com/office/drawing/2014/main" id="{99249D95-61F6-C293-130B-BC50687A0BC1}"/>
              </a:ext>
            </a:extLst>
          </p:cNvPr>
          <p:cNvGrpSpPr/>
          <p:nvPr/>
        </p:nvGrpSpPr>
        <p:grpSpPr>
          <a:xfrm>
            <a:off x="6757862" y="-1323454"/>
            <a:ext cx="480901" cy="1062743"/>
            <a:chOff x="6757862" y="-1323454"/>
            <a:chExt cx="480901" cy="1062743"/>
          </a:xfrm>
        </p:grpSpPr>
        <p:sp>
          <p:nvSpPr>
            <p:cNvPr id="65" name="Rectangle 64">
              <a:extLst>
                <a:ext uri="{FF2B5EF4-FFF2-40B4-BE49-F238E27FC236}">
                  <a16:creationId xmlns:a16="http://schemas.microsoft.com/office/drawing/2014/main" id="{32D63141-8936-D5DB-6E95-42F84ECDAC0B}"/>
                </a:ext>
              </a:extLst>
            </p:cNvPr>
            <p:cNvSpPr/>
            <p:nvPr/>
          </p:nvSpPr>
          <p:spPr bwMode="gray">
            <a:xfrm>
              <a:off x="6797182" y="-857439"/>
              <a:ext cx="417849" cy="182708"/>
            </a:xfrm>
            <a:prstGeom prst="rect">
              <a:avLst/>
            </a:prstGeom>
            <a:solidFill>
              <a:srgbClr val="C74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B6B83021-3174-9547-944E-BD9EFB98E56D}"/>
                </a:ext>
              </a:extLst>
            </p:cNvPr>
            <p:cNvSpPr/>
            <p:nvPr/>
          </p:nvSpPr>
          <p:spPr bwMode="gray">
            <a:xfrm>
              <a:off x="6757862"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Brilliant</a:t>
              </a:r>
            </a:p>
            <a:p>
              <a:pPr algn="ctr"/>
              <a:r>
                <a:rPr lang="en-GB" sz="900" dirty="0">
                  <a:solidFill>
                    <a:srgbClr val="000000"/>
                  </a:solidFill>
                </a:rPr>
                <a:t>Rose</a:t>
              </a:r>
              <a:endParaRPr lang="en-GB" sz="900" dirty="0"/>
            </a:p>
          </p:txBody>
        </p:sp>
        <p:sp>
          <p:nvSpPr>
            <p:cNvPr id="67" name="Rectangle 66">
              <a:extLst>
                <a:ext uri="{FF2B5EF4-FFF2-40B4-BE49-F238E27FC236}">
                  <a16:creationId xmlns:a16="http://schemas.microsoft.com/office/drawing/2014/main" id="{45C272AB-9B38-002D-C9BF-D7C80243EC74}"/>
                </a:ext>
              </a:extLst>
            </p:cNvPr>
            <p:cNvSpPr/>
            <p:nvPr/>
          </p:nvSpPr>
          <p:spPr bwMode="gray">
            <a:xfrm>
              <a:off x="6800498" y="-674731"/>
              <a:ext cx="414533" cy="414020"/>
            </a:xfrm>
            <a:prstGeom prst="rect">
              <a:avLst/>
            </a:prstGeom>
          </p:spPr>
          <p:txBody>
            <a:bodyPr wrap="square" lIns="0" tIns="0" rIns="0" bIns="0">
              <a:spAutoFit/>
            </a:bodyPr>
            <a:lstStyle/>
            <a:p>
              <a:pPr algn="l"/>
              <a:r>
                <a:rPr lang="en-GB" sz="900" dirty="0">
                  <a:solidFill>
                    <a:srgbClr val="000000"/>
                  </a:solidFill>
                </a:rPr>
                <a:t>R: 199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74</a:t>
              </a:r>
            </a:p>
            <a:p>
              <a:pPr algn="l"/>
              <a:r>
                <a:rPr lang="en-GB" sz="900" dirty="0">
                  <a:solidFill>
                    <a:srgbClr val="000000"/>
                  </a:solidFill>
                </a:rPr>
                <a:t>B: 141</a:t>
              </a:r>
              <a:endParaRPr lang="en-GB" sz="900" dirty="0"/>
            </a:p>
          </p:txBody>
        </p:sp>
      </p:grpSp>
      <p:grpSp>
        <p:nvGrpSpPr>
          <p:cNvPr id="115" name="Group 114">
            <a:extLst>
              <a:ext uri="{FF2B5EF4-FFF2-40B4-BE49-F238E27FC236}">
                <a16:creationId xmlns:a16="http://schemas.microsoft.com/office/drawing/2014/main" id="{6525AE3F-0C12-1BE5-089B-F56D2C2491AF}"/>
              </a:ext>
            </a:extLst>
          </p:cNvPr>
          <p:cNvGrpSpPr/>
          <p:nvPr/>
        </p:nvGrpSpPr>
        <p:grpSpPr>
          <a:xfrm>
            <a:off x="7457178" y="-1323454"/>
            <a:ext cx="480901" cy="1062743"/>
            <a:chOff x="7457178" y="-1323454"/>
            <a:chExt cx="480901" cy="1062743"/>
          </a:xfrm>
        </p:grpSpPr>
        <p:sp>
          <p:nvSpPr>
            <p:cNvPr id="69" name="Rectangle 68">
              <a:extLst>
                <a:ext uri="{FF2B5EF4-FFF2-40B4-BE49-F238E27FC236}">
                  <a16:creationId xmlns:a16="http://schemas.microsoft.com/office/drawing/2014/main" id="{491440D9-5CAD-4AFB-91FF-468B13FCC8BD}"/>
                </a:ext>
              </a:extLst>
            </p:cNvPr>
            <p:cNvSpPr/>
            <p:nvPr/>
          </p:nvSpPr>
          <p:spPr bwMode="gray">
            <a:xfrm>
              <a:off x="7496498" y="-857439"/>
              <a:ext cx="417849" cy="182708"/>
            </a:xfrm>
            <a:prstGeom prst="rect">
              <a:avLst/>
            </a:prstGeom>
            <a:solidFill>
              <a:srgbClr val="F59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AAE7F9A2-F362-044B-C0C9-43F9320B72C9}"/>
                </a:ext>
              </a:extLst>
            </p:cNvPr>
            <p:cNvSpPr/>
            <p:nvPr/>
          </p:nvSpPr>
          <p:spPr bwMode="gray">
            <a:xfrm>
              <a:off x="7457178"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Deep</a:t>
              </a:r>
            </a:p>
            <a:p>
              <a:pPr algn="ctr"/>
              <a:r>
                <a:rPr lang="en-GB" sz="900" dirty="0">
                  <a:solidFill>
                    <a:srgbClr val="000000"/>
                  </a:solidFill>
                </a:rPr>
                <a:t>Orange*</a:t>
              </a:r>
              <a:endParaRPr lang="en-GB" sz="900" dirty="0"/>
            </a:p>
          </p:txBody>
        </p:sp>
        <p:sp>
          <p:nvSpPr>
            <p:cNvPr id="71" name="Rectangle 70">
              <a:extLst>
                <a:ext uri="{FF2B5EF4-FFF2-40B4-BE49-F238E27FC236}">
                  <a16:creationId xmlns:a16="http://schemas.microsoft.com/office/drawing/2014/main" id="{778F3BF0-BBEE-622F-1FBB-98A960C2EC77}"/>
                </a:ext>
              </a:extLst>
            </p:cNvPr>
            <p:cNvSpPr/>
            <p:nvPr/>
          </p:nvSpPr>
          <p:spPr bwMode="gray">
            <a:xfrm>
              <a:off x="7499814" y="-674731"/>
              <a:ext cx="414533" cy="414020"/>
            </a:xfrm>
            <a:prstGeom prst="rect">
              <a:avLst/>
            </a:prstGeom>
          </p:spPr>
          <p:txBody>
            <a:bodyPr wrap="square" lIns="0" tIns="0" rIns="0" bIns="0">
              <a:spAutoFit/>
            </a:bodyPr>
            <a:lstStyle/>
            <a:p>
              <a:pPr algn="l"/>
              <a:r>
                <a:rPr lang="en-GB" sz="900" dirty="0">
                  <a:solidFill>
                    <a:srgbClr val="000000"/>
                  </a:solidFill>
                </a:rPr>
                <a:t>R: 245</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157</a:t>
              </a:r>
            </a:p>
            <a:p>
              <a:pPr algn="l"/>
              <a:r>
                <a:rPr lang="en-GB" sz="900" dirty="0">
                  <a:solidFill>
                    <a:srgbClr val="000000"/>
                  </a:solidFill>
                </a:rPr>
                <a:t>B: 33</a:t>
              </a:r>
              <a:endParaRPr lang="en-GB" sz="900" dirty="0"/>
            </a:p>
          </p:txBody>
        </p:sp>
      </p:grpSp>
      <p:grpSp>
        <p:nvGrpSpPr>
          <p:cNvPr id="116" name="Group 115">
            <a:extLst>
              <a:ext uri="{FF2B5EF4-FFF2-40B4-BE49-F238E27FC236}">
                <a16:creationId xmlns:a16="http://schemas.microsoft.com/office/drawing/2014/main" id="{2D013BD2-0283-687B-7AAF-6A07B7DB1C52}"/>
              </a:ext>
            </a:extLst>
          </p:cNvPr>
          <p:cNvGrpSpPr/>
          <p:nvPr/>
        </p:nvGrpSpPr>
        <p:grpSpPr>
          <a:xfrm>
            <a:off x="8156493" y="-1323454"/>
            <a:ext cx="480901" cy="1062743"/>
            <a:chOff x="8156493" y="-1323454"/>
            <a:chExt cx="480901" cy="1062743"/>
          </a:xfrm>
        </p:grpSpPr>
        <p:sp>
          <p:nvSpPr>
            <p:cNvPr id="73" name="Rectangle 72">
              <a:extLst>
                <a:ext uri="{FF2B5EF4-FFF2-40B4-BE49-F238E27FC236}">
                  <a16:creationId xmlns:a16="http://schemas.microsoft.com/office/drawing/2014/main" id="{6C973E3C-4041-A30B-7D29-F7A1F9BA50C5}"/>
                </a:ext>
              </a:extLst>
            </p:cNvPr>
            <p:cNvSpPr/>
            <p:nvPr/>
          </p:nvSpPr>
          <p:spPr bwMode="gray">
            <a:xfrm>
              <a:off x="8195813" y="-857439"/>
              <a:ext cx="417849" cy="182708"/>
            </a:xfrm>
            <a:prstGeom prst="rect">
              <a:avLst/>
            </a:prstGeom>
            <a:solidFill>
              <a:srgbClr val="F3D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Rectangle 73">
              <a:extLst>
                <a:ext uri="{FF2B5EF4-FFF2-40B4-BE49-F238E27FC236}">
                  <a16:creationId xmlns:a16="http://schemas.microsoft.com/office/drawing/2014/main" id="{F0190731-4357-59AD-E82A-BBE1D5220677}"/>
                </a:ext>
              </a:extLst>
            </p:cNvPr>
            <p:cNvSpPr/>
            <p:nvPr/>
          </p:nvSpPr>
          <p:spPr bwMode="gray">
            <a:xfrm>
              <a:off x="8156493"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Butter</a:t>
              </a:r>
            </a:p>
            <a:p>
              <a:pPr algn="ctr"/>
              <a:r>
                <a:rPr lang="en-GB" sz="900" dirty="0">
                  <a:solidFill>
                    <a:srgbClr val="000000"/>
                  </a:solidFill>
                </a:rPr>
                <a:t>Yellow</a:t>
              </a:r>
              <a:endParaRPr lang="en-GB" sz="900" dirty="0"/>
            </a:p>
          </p:txBody>
        </p:sp>
        <p:sp>
          <p:nvSpPr>
            <p:cNvPr id="75" name="Rectangle 74">
              <a:extLst>
                <a:ext uri="{FF2B5EF4-FFF2-40B4-BE49-F238E27FC236}">
                  <a16:creationId xmlns:a16="http://schemas.microsoft.com/office/drawing/2014/main" id="{53498028-C5A3-49A2-7B02-BDDBD4A4D2C4}"/>
                </a:ext>
              </a:extLst>
            </p:cNvPr>
            <p:cNvSpPr/>
            <p:nvPr/>
          </p:nvSpPr>
          <p:spPr bwMode="gray">
            <a:xfrm>
              <a:off x="8199129" y="-674731"/>
              <a:ext cx="414533" cy="414020"/>
            </a:xfrm>
            <a:prstGeom prst="rect">
              <a:avLst/>
            </a:prstGeom>
          </p:spPr>
          <p:txBody>
            <a:bodyPr wrap="square" lIns="0" tIns="0" rIns="0" bIns="0">
              <a:spAutoFit/>
            </a:bodyPr>
            <a:lstStyle/>
            <a:p>
              <a:pPr algn="l"/>
              <a:r>
                <a:rPr lang="en-GB" sz="900" dirty="0">
                  <a:solidFill>
                    <a:srgbClr val="000000"/>
                  </a:solidFill>
                </a:rPr>
                <a:t>R: 243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210</a:t>
              </a:r>
            </a:p>
            <a:p>
              <a:pPr algn="l"/>
              <a:r>
                <a:rPr lang="en-GB" sz="900" dirty="0">
                  <a:solidFill>
                    <a:srgbClr val="000000"/>
                  </a:solidFill>
                </a:rPr>
                <a:t>B: 19</a:t>
              </a:r>
              <a:endParaRPr lang="en-GB" sz="900" dirty="0"/>
            </a:p>
          </p:txBody>
        </p:sp>
      </p:grpSp>
      <p:sp>
        <p:nvSpPr>
          <p:cNvPr id="109" name="TextBox 108">
            <a:extLst>
              <a:ext uri="{FF2B5EF4-FFF2-40B4-BE49-F238E27FC236}">
                <a16:creationId xmlns:a16="http://schemas.microsoft.com/office/drawing/2014/main" id="{4A8DAD6C-00B0-E5E9-C4ED-51799A31415A}"/>
              </a:ext>
            </a:extLst>
          </p:cNvPr>
          <p:cNvSpPr txBox="1"/>
          <p:nvPr/>
        </p:nvSpPr>
        <p:spPr bwMode="gray">
          <a:xfrm>
            <a:off x="9147178" y="-1046455"/>
            <a:ext cx="2543320" cy="138499"/>
          </a:xfrm>
          <a:prstGeom prst="rect">
            <a:avLst/>
          </a:prstGeom>
          <a:noFill/>
        </p:spPr>
        <p:txBody>
          <a:bodyPr wrap="square" lIns="0" tIns="0" rIns="0" bIns="0" rtlCol="0" anchor="ctr">
            <a:spAutoFit/>
          </a:bodyPr>
          <a:lstStyle/>
          <a:p>
            <a:r>
              <a:rPr lang="en-GB" sz="900" dirty="0">
                <a:solidFill>
                  <a:srgbClr val="000000"/>
                </a:solidFill>
              </a:rPr>
              <a:t>*Denotes already installed on the Colour Palette</a:t>
            </a:r>
          </a:p>
        </p:txBody>
      </p:sp>
      <p:grpSp>
        <p:nvGrpSpPr>
          <p:cNvPr id="36" name="Group 35">
            <a:extLst>
              <a:ext uri="{FF2B5EF4-FFF2-40B4-BE49-F238E27FC236}">
                <a16:creationId xmlns:a16="http://schemas.microsoft.com/office/drawing/2014/main" id="{9093EF22-6753-B82C-3A85-CD78D96C376D}"/>
              </a:ext>
            </a:extLst>
          </p:cNvPr>
          <p:cNvGrpSpPr/>
          <p:nvPr/>
        </p:nvGrpSpPr>
        <p:grpSpPr>
          <a:xfrm>
            <a:off x="222045" y="-1187652"/>
            <a:ext cx="526167" cy="584809"/>
            <a:chOff x="222045" y="-1187652"/>
            <a:chExt cx="526167" cy="584809"/>
          </a:xfrm>
        </p:grpSpPr>
        <p:grpSp>
          <p:nvGrpSpPr>
            <p:cNvPr id="30" name="Group 29">
              <a:extLst>
                <a:ext uri="{FF2B5EF4-FFF2-40B4-BE49-F238E27FC236}">
                  <a16:creationId xmlns:a16="http://schemas.microsoft.com/office/drawing/2014/main" id="{9C3A9564-12E0-EC5A-119E-05CEEFD2B73D}"/>
                </a:ext>
              </a:extLst>
            </p:cNvPr>
            <p:cNvGrpSpPr/>
            <p:nvPr userDrawn="1"/>
          </p:nvGrpSpPr>
          <p:grpSpPr bwMode="gray">
            <a:xfrm>
              <a:off x="240646" y="-1187652"/>
              <a:ext cx="507566" cy="500753"/>
              <a:chOff x="624293" y="6006389"/>
              <a:chExt cx="547347" cy="540000"/>
            </a:xfrm>
          </p:grpSpPr>
          <p:sp>
            <p:nvSpPr>
              <p:cNvPr id="27" name="Oval 26">
                <a:extLst>
                  <a:ext uri="{FF2B5EF4-FFF2-40B4-BE49-F238E27FC236}">
                    <a16:creationId xmlns:a16="http://schemas.microsoft.com/office/drawing/2014/main" id="{EE8554F7-819D-1C79-92A6-9A847641F39C}"/>
                  </a:ext>
                </a:extLst>
              </p:cNvPr>
              <p:cNvSpPr>
                <a:spLocks noChangeAspect="1"/>
              </p:cNvSpPr>
              <p:nvPr/>
            </p:nvSpPr>
            <p:spPr bwMode="gray">
              <a:xfrm>
                <a:off x="624293" y="6006389"/>
                <a:ext cx="547347" cy="540000"/>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a:extLst>
                  <a:ext uri="{FF2B5EF4-FFF2-40B4-BE49-F238E27FC236}">
                    <a16:creationId xmlns:a16="http://schemas.microsoft.com/office/drawing/2014/main" id="{B2D3E824-F8F3-C3C1-4CEA-A0724DC8CA47}"/>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bwMode="gray">
              <a:xfrm>
                <a:off x="772075" y="6130558"/>
                <a:ext cx="283474" cy="283474"/>
              </a:xfrm>
              <a:prstGeom prst="rect">
                <a:avLst/>
              </a:prstGeom>
            </p:spPr>
          </p:pic>
        </p:grpSp>
        <p:sp>
          <p:nvSpPr>
            <p:cNvPr id="32" name="Freeform 5">
              <a:extLst>
                <a:ext uri="{FF2B5EF4-FFF2-40B4-BE49-F238E27FC236}">
                  <a16:creationId xmlns:a16="http://schemas.microsoft.com/office/drawing/2014/main" id="{868F6D87-D63E-F153-4A3C-F462231F8CD0}"/>
                </a:ext>
              </a:extLst>
            </p:cNvPr>
            <p:cNvSpPr>
              <a:spLocks noEditPoints="1"/>
            </p:cNvSpPr>
            <p:nvPr userDrawn="1"/>
          </p:nvSpPr>
          <p:spPr bwMode="gray">
            <a:xfrm>
              <a:off x="222045" y="-94107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416010320"/>
      </p:ext>
    </p:extLst>
  </p:cSld>
  <p:clrMap bg1="lt1" tx1="dk1" bg2="lt2" tx2="dk2" accent1="accent1" accent2="accent2" accent3="accent3" accent4="accent4" accent5="accent5" accent6="accent6" hlink="hlink" folHlink="folHlink"/>
  <p:sldLayoutIdLst>
    <p:sldLayoutId id="2147483655" r:id="rId1"/>
    <p:sldLayoutId id="2147483683" r:id="rId2"/>
    <p:sldLayoutId id="2147483692" r:id="rId3"/>
    <p:sldLayoutId id="2147483693" r:id="rId4"/>
    <p:sldLayoutId id="2147483681" r:id="rId5"/>
    <p:sldLayoutId id="2147483686" r:id="rId6"/>
    <p:sldLayoutId id="2147483698" r:id="rId7"/>
    <p:sldLayoutId id="2147483699" r:id="rId8"/>
    <p:sldLayoutId id="2147483700" r:id="rId9"/>
    <p:sldLayoutId id="2147483687" r:id="rId10"/>
    <p:sldLayoutId id="2147483688" r:id="rId11"/>
    <p:sldLayoutId id="2147483684" r:id="rId12"/>
    <p:sldLayoutId id="2147483696" r:id="rId13"/>
    <p:sldLayoutId id="2147483697" r:id="rId14"/>
    <p:sldLayoutId id="2147483680" r:id="rId15"/>
    <p:sldLayoutId id="2147483691" r:id="rId16"/>
    <p:sldLayoutId id="2147483689" r:id="rId17"/>
    <p:sldLayoutId id="2147483660" r:id="rId18"/>
    <p:sldLayoutId id="2147483685" r:id="rId19"/>
    <p:sldLayoutId id="2147483658" r:id="rId20"/>
    <p:sldLayoutId id="2147483695" r:id="rId21"/>
    <p:sldLayoutId id="2147483694"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p:titleStyle>
    <p:bodyStyle>
      <a:lvl1pPr marL="0" indent="0" algn="l" defTabSz="914400" rtl="0" eaLnBrk="1" latinLnBrk="0" hangingPunct="1">
        <a:lnSpc>
          <a:spcPct val="90000"/>
        </a:lnSpc>
        <a:spcBef>
          <a:spcPts val="0"/>
        </a:spcBef>
        <a:spcAft>
          <a:spcPts val="1500"/>
        </a:spcAft>
        <a:buFont typeface="Arial" panose="020B0604020202020204" pitchFamily="34" charset="0"/>
        <a:buNone/>
        <a:defRPr sz="2000" kern="1200">
          <a:solidFill>
            <a:schemeClr val="tx1"/>
          </a:solidFill>
          <a:latin typeface="+mn-lt"/>
          <a:ea typeface="+mn-ea"/>
          <a:cs typeface="+mn-cs"/>
        </a:defRPr>
      </a:lvl1pPr>
      <a:lvl2pPr marL="342000" indent="-342000" algn="l" defTabSz="914400" rtl="0" eaLnBrk="1" latinLnBrk="0" hangingPunct="1">
        <a:lnSpc>
          <a:spcPct val="90000"/>
        </a:lnSpc>
        <a:spcBef>
          <a:spcPts val="0"/>
        </a:spcBef>
        <a:spcAft>
          <a:spcPts val="800"/>
        </a:spcAft>
        <a:buClr>
          <a:schemeClr val="tx1"/>
        </a:buClr>
        <a:buFont typeface="Arial" panose="020B0604020202020204" pitchFamily="34" charset="0"/>
        <a:buChar char="•"/>
        <a:defRPr sz="2000" kern="1200">
          <a:solidFill>
            <a:schemeClr val="tx1"/>
          </a:solidFill>
          <a:latin typeface="+mn-lt"/>
          <a:ea typeface="+mn-ea"/>
          <a:cs typeface="+mn-cs"/>
        </a:defRPr>
      </a:lvl2pPr>
      <a:lvl3pPr marL="684000" indent="-342000" algn="l" defTabSz="914400" rtl="0" eaLnBrk="1" latinLnBrk="0" hangingPunct="1">
        <a:lnSpc>
          <a:spcPct val="90000"/>
        </a:lnSpc>
        <a:spcBef>
          <a:spcPts val="0"/>
        </a:spcBef>
        <a:spcAft>
          <a:spcPts val="600"/>
        </a:spcAft>
        <a:buClr>
          <a:schemeClr val="tx1"/>
        </a:buClr>
        <a:buFont typeface="Wingdings" panose="05000000000000000000" pitchFamily="2" charset="2"/>
        <a:buChar char="Ø"/>
        <a:defRPr sz="1800" kern="1200">
          <a:solidFill>
            <a:schemeClr val="tx1"/>
          </a:solidFill>
          <a:latin typeface="+mn-lt"/>
          <a:ea typeface="+mn-ea"/>
          <a:cs typeface="+mn-cs"/>
        </a:defRPr>
      </a:lvl3pPr>
      <a:lvl4pPr marL="1026000" indent="-342000" algn="l" defTabSz="914400" rtl="0" eaLnBrk="1" latinLnBrk="0" hangingPunct="1">
        <a:lnSpc>
          <a:spcPct val="90000"/>
        </a:lnSpc>
        <a:spcBef>
          <a:spcPts val="0"/>
        </a:spcBef>
        <a:spcAft>
          <a:spcPts val="400"/>
        </a:spcAft>
        <a:buClr>
          <a:schemeClr val="tx1"/>
        </a:buClr>
        <a:buFont typeface="Wingdings" panose="05000000000000000000" pitchFamily="2" charset="2"/>
        <a:buChar char="v"/>
        <a:defRPr sz="1600" kern="1200">
          <a:solidFill>
            <a:schemeClr val="tx1"/>
          </a:solidFill>
          <a:latin typeface="+mn-lt"/>
          <a:ea typeface="+mn-ea"/>
          <a:cs typeface="+mn-cs"/>
        </a:defRPr>
      </a:lvl4pPr>
      <a:lvl5pPr marL="1368000" indent="-342000" algn="l" defTabSz="914400" rtl="0" eaLnBrk="1" latinLnBrk="0" hangingPunct="1">
        <a:lnSpc>
          <a:spcPct val="90000"/>
        </a:lnSpc>
        <a:spcBef>
          <a:spcPts val="0"/>
        </a:spcBef>
        <a:spcAft>
          <a:spcPts val="400"/>
        </a:spcAft>
        <a:buClr>
          <a:schemeClr val="tx1"/>
        </a:buClr>
        <a:buFont typeface="Courier New" panose="02070309020205020404" pitchFamily="49" charset="0"/>
        <a:buChar char="o"/>
        <a:defRPr sz="1400" kern="1200">
          <a:solidFill>
            <a:schemeClr val="tx1"/>
          </a:solidFill>
          <a:latin typeface="+mn-lt"/>
          <a:ea typeface="+mn-ea"/>
          <a:cs typeface="+mn-cs"/>
        </a:defRPr>
      </a:lvl5pPr>
      <a:lvl6pPr marL="342900" indent="-342900" algn="l" defTabSz="914400" rtl="0" eaLnBrk="1" latinLnBrk="0" hangingPunct="1">
        <a:lnSpc>
          <a:spcPct val="90000"/>
        </a:lnSpc>
        <a:spcBef>
          <a:spcPts val="500"/>
        </a:spcBef>
        <a:buClr>
          <a:schemeClr val="tx1"/>
        </a:buClr>
        <a:buFont typeface="+mj-lt"/>
        <a:buAutoNum type="arabicPeriod"/>
        <a:defRPr sz="1800" kern="1200">
          <a:solidFill>
            <a:schemeClr val="tx1"/>
          </a:solidFill>
          <a:latin typeface="+mn-lt"/>
          <a:ea typeface="+mn-ea"/>
          <a:cs typeface="+mn-cs"/>
        </a:defRPr>
      </a:lvl6pPr>
      <a:lvl7pPr marL="630238" indent="-342900" algn="l" defTabSz="914400" rtl="0" eaLnBrk="1" latinLnBrk="0" hangingPunct="1">
        <a:lnSpc>
          <a:spcPct val="90000"/>
        </a:lnSpc>
        <a:spcBef>
          <a:spcPts val="500"/>
        </a:spcBef>
        <a:buClr>
          <a:schemeClr val="tx1"/>
        </a:buClr>
        <a:buFont typeface="+mj-lt"/>
        <a:buAutoNum type="alphaLcPeriod"/>
        <a:defRPr sz="1600" kern="1200">
          <a:solidFill>
            <a:schemeClr val="tx1"/>
          </a:solidFill>
          <a:latin typeface="+mn-lt"/>
          <a:ea typeface="+mn-ea"/>
          <a:cs typeface="+mn-cs"/>
        </a:defRPr>
      </a:lvl7pPr>
      <a:lvl8pPr marL="0" indent="0" algn="l" defTabSz="914400" rtl="0" eaLnBrk="1" latinLnBrk="0" hangingPunct="1">
        <a:lnSpc>
          <a:spcPct val="90000"/>
        </a:lnSpc>
        <a:spcBef>
          <a:spcPts val="800"/>
        </a:spcBef>
        <a:spcAft>
          <a:spcPts val="800"/>
        </a:spcAft>
        <a:buFont typeface="Arial" panose="020B0604020202020204" pitchFamily="34" charset="0"/>
        <a:buNone/>
        <a:defRPr sz="1800" b="1" kern="1200">
          <a:solidFill>
            <a:schemeClr val="tx1"/>
          </a:solidFill>
          <a:latin typeface="+mn-lt"/>
          <a:ea typeface="+mn-ea"/>
          <a:cs typeface="+mn-cs"/>
        </a:defRPr>
      </a:lvl8pPr>
      <a:lvl9pPr marL="0" indent="0" algn="l" defTabSz="914400" rtl="0" eaLnBrk="1" latinLnBrk="0" hangingPunct="1">
        <a:lnSpc>
          <a:spcPct val="90000"/>
        </a:lnSpc>
        <a:spcBef>
          <a:spcPts val="400"/>
        </a:spcBef>
        <a:spcAft>
          <a:spcPts val="400"/>
        </a:spcAft>
        <a:buFont typeface="Arial" panose="020B0604020202020204" pitchFamily="34" charset="0"/>
        <a:buNone/>
        <a:defRPr sz="1400" kern="1200" cap="all"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33" userDrawn="1">
          <p15:clr>
            <a:srgbClr val="F26B43"/>
          </p15:clr>
        </p15:guide>
        <p15:guide id="5" orient="horz" pos="3407" userDrawn="1">
          <p15:clr>
            <a:srgbClr val="F26B43"/>
          </p15:clr>
        </p15:guide>
        <p15:guide id="6"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7A182F-1359-768E-CA83-1141F3833F21}"/>
              </a:ext>
            </a:extLst>
          </p:cNvPr>
          <p:cNvSpPr>
            <a:spLocks noGrp="1"/>
          </p:cNvSpPr>
          <p:nvPr>
            <p:ph type="ftr" sz="quarter" idx="3"/>
          </p:nvPr>
        </p:nvSpPr>
        <p:spPr bwMode="gray">
          <a:xfrm>
            <a:off x="565200" y="6448578"/>
            <a:ext cx="4114800" cy="114299"/>
          </a:xfrm>
          <a:prstGeom prst="rect">
            <a:avLst/>
          </a:prstGeom>
        </p:spPr>
        <p:txBody>
          <a:bodyPr vert="horz" wrap="none" lIns="0" tIns="0" rIns="0" bIns="0" rtlCol="0" anchor="t"/>
          <a:lstStyle>
            <a:lvl1pPr algn="l">
              <a:defRPr sz="600">
                <a:solidFill>
                  <a:srgbClr val="747376"/>
                </a:solidFill>
              </a:defRPr>
            </a:lvl1pPr>
          </a:lstStyle>
          <a:p>
            <a:r>
              <a:rPr lang="en-GB"/>
              <a:t>Copyright University of Plymouth 2026</a:t>
            </a:r>
            <a:endParaRPr lang="en-GB" dirty="0"/>
          </a:p>
        </p:txBody>
      </p:sp>
      <p:sp>
        <p:nvSpPr>
          <p:cNvPr id="2" name="Title Placeholder 1">
            <a:extLst>
              <a:ext uri="{FF2B5EF4-FFF2-40B4-BE49-F238E27FC236}">
                <a16:creationId xmlns:a16="http://schemas.microsoft.com/office/drawing/2014/main" id="{4A375E45-DB18-ECD6-AC1F-F515BFA5F260}"/>
              </a:ext>
            </a:extLst>
          </p:cNvPr>
          <p:cNvSpPr>
            <a:spLocks noGrp="1"/>
          </p:cNvSpPr>
          <p:nvPr>
            <p:ph type="title"/>
          </p:nvPr>
        </p:nvSpPr>
        <p:spPr bwMode="gray">
          <a:xfrm>
            <a:off x="565200" y="702000"/>
            <a:ext cx="11061600" cy="1000800"/>
          </a:xfrm>
          <a:prstGeom prst="rect">
            <a:avLst/>
          </a:prstGeom>
        </p:spPr>
        <p:txBody>
          <a:bodyPr vert="horz" lIns="0" tIns="0" rIns="0" bIns="0" rtlCol="0" anchor="t">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80330597-21CA-5DA3-BCF8-0E0644E04DFE}"/>
              </a:ext>
            </a:extLst>
          </p:cNvPr>
          <p:cNvSpPr>
            <a:spLocks noGrp="1"/>
          </p:cNvSpPr>
          <p:nvPr>
            <p:ph type="body" idx="1"/>
          </p:nvPr>
        </p:nvSpPr>
        <p:spPr bwMode="gray">
          <a:xfrm>
            <a:off x="565200" y="1825625"/>
            <a:ext cx="11061600" cy="4351338"/>
          </a:xfrm>
          <a:prstGeom prst="rect">
            <a:avLst/>
          </a:prstGeom>
        </p:spPr>
        <p:txBody>
          <a:bodyPr vert="horz" lIns="0" tIns="0" rIns="0" bIns="0" rtlCol="0">
            <a:noAutofit/>
          </a:bodyPr>
          <a:lstStyle/>
          <a:p>
            <a:pPr lvl="0"/>
            <a:r>
              <a:rPr lang="en-US" dirty="0"/>
              <a:t>Text style level 1: 20pt regular</a:t>
            </a:r>
          </a:p>
          <a:p>
            <a:pPr lvl="1"/>
            <a:r>
              <a:rPr lang="en-US" dirty="0"/>
              <a:t>Second level: 1st bullet. 20pt regular</a:t>
            </a:r>
          </a:p>
          <a:p>
            <a:pPr lvl="2"/>
            <a:r>
              <a:rPr lang="en-US" dirty="0"/>
              <a:t>Third level: 2nd bullet. 18pt regular</a:t>
            </a:r>
          </a:p>
          <a:p>
            <a:pPr lvl="3"/>
            <a:r>
              <a:rPr lang="en-US" dirty="0"/>
              <a:t>Fourth level: 3rd bullet. 16pt regular</a:t>
            </a:r>
          </a:p>
          <a:p>
            <a:pPr lvl="4"/>
            <a:r>
              <a:rPr lang="en-US" dirty="0"/>
              <a:t>Fifth level: 4th bullet. 14pt regular</a:t>
            </a:r>
          </a:p>
          <a:p>
            <a:pPr lvl="5"/>
            <a:r>
              <a:rPr lang="en-US" dirty="0"/>
              <a:t>Sixth level: 1st numbering. 18pt regular</a:t>
            </a:r>
          </a:p>
          <a:p>
            <a:pPr lvl="6"/>
            <a:r>
              <a:rPr lang="en-US" dirty="0"/>
              <a:t>Seventh level: 2nd numbering: 16pt regular</a:t>
            </a:r>
          </a:p>
          <a:p>
            <a:pPr lvl="7"/>
            <a:r>
              <a:rPr lang="en-US" dirty="0"/>
              <a:t>Eighth level: 18pt bold</a:t>
            </a:r>
          </a:p>
          <a:p>
            <a:pPr lvl="8"/>
            <a:r>
              <a:rPr lang="en-US" dirty="0"/>
              <a:t>Ninth level: 14pt regular CAPS</a:t>
            </a:r>
            <a:endParaRPr lang="en-GB" dirty="0"/>
          </a:p>
        </p:txBody>
      </p:sp>
      <p:sp>
        <p:nvSpPr>
          <p:cNvPr id="4" name="Date Placeholder 3">
            <a:extLst>
              <a:ext uri="{FF2B5EF4-FFF2-40B4-BE49-F238E27FC236}">
                <a16:creationId xmlns:a16="http://schemas.microsoft.com/office/drawing/2014/main" id="{A2CDF2A6-28A2-0B46-9771-1875F17FBF56}"/>
              </a:ext>
            </a:extLst>
          </p:cNvPr>
          <p:cNvSpPr>
            <a:spLocks noGrp="1"/>
          </p:cNvSpPr>
          <p:nvPr>
            <p:ph type="dt" sz="half" idx="2"/>
          </p:nvPr>
        </p:nvSpPr>
        <p:spPr bwMode="gray">
          <a:xfrm>
            <a:off x="565200" y="6535737"/>
            <a:ext cx="2743200" cy="114299"/>
          </a:xfrm>
          <a:prstGeom prst="rect">
            <a:avLst/>
          </a:prstGeom>
        </p:spPr>
        <p:txBody>
          <a:bodyPr vert="horz" lIns="0" tIns="0" rIns="0" bIns="0" rtlCol="0" anchor="t"/>
          <a:lstStyle>
            <a:lvl1pPr algn="l">
              <a:defRPr sz="600">
                <a:solidFill>
                  <a:srgbClr val="747376"/>
                </a:solidFill>
              </a:defRPr>
            </a:lvl1pPr>
          </a:lstStyle>
          <a:p>
            <a:fld id="{1C1AE6A2-514A-49F0-95C7-0BACCFBD78DE}" type="datetime1">
              <a:rPr lang="en-GB" smtClean="0"/>
              <a:t>25/09/2026</a:t>
            </a:fld>
            <a:endParaRPr lang="en-GB" dirty="0"/>
          </a:p>
        </p:txBody>
      </p:sp>
      <p:sp>
        <p:nvSpPr>
          <p:cNvPr id="6" name="Slide Number Placeholder 5">
            <a:extLst>
              <a:ext uri="{FF2B5EF4-FFF2-40B4-BE49-F238E27FC236}">
                <a16:creationId xmlns:a16="http://schemas.microsoft.com/office/drawing/2014/main" id="{0DB0D7ED-680C-95A0-2BAA-4E3A0973AF70}"/>
              </a:ext>
            </a:extLst>
          </p:cNvPr>
          <p:cNvSpPr>
            <a:spLocks noGrp="1"/>
          </p:cNvSpPr>
          <p:nvPr>
            <p:ph type="sldNum" sz="quarter" idx="4"/>
          </p:nvPr>
        </p:nvSpPr>
        <p:spPr bwMode="gray">
          <a:xfrm>
            <a:off x="0" y="6356350"/>
            <a:ext cx="501283" cy="365125"/>
          </a:xfrm>
          <a:prstGeom prst="rect">
            <a:avLst/>
          </a:prstGeom>
        </p:spPr>
        <p:txBody>
          <a:bodyPr vert="horz" wrap="none" lIns="0" tIns="0" rIns="0" bIns="0" rtlCol="0" anchor="ctr"/>
          <a:lstStyle>
            <a:lvl1pPr algn="r">
              <a:defRPr sz="1600" b="1">
                <a:solidFill>
                  <a:srgbClr val="747376"/>
                </a:solidFill>
              </a:defRPr>
            </a:lvl1pPr>
          </a:lstStyle>
          <a:p>
            <a:fld id="{FC35CEA3-87EB-447D-B809-4C40576A5817}" type="slidenum">
              <a:rPr lang="en-GB" smtClean="0"/>
              <a:pPr/>
              <a:t>‹#›</a:t>
            </a:fld>
            <a:endParaRPr lang="en-GB" dirty="0"/>
          </a:p>
        </p:txBody>
      </p:sp>
      <p:sp>
        <p:nvSpPr>
          <p:cNvPr id="31" name="TextBox 30">
            <a:extLst>
              <a:ext uri="{FF2B5EF4-FFF2-40B4-BE49-F238E27FC236}">
                <a16:creationId xmlns:a16="http://schemas.microsoft.com/office/drawing/2014/main" id="{AA74BF00-98E2-15E3-F2C4-A7F2571BA2A0}"/>
              </a:ext>
            </a:extLst>
          </p:cNvPr>
          <p:cNvSpPr txBox="1"/>
          <p:nvPr userDrawn="1"/>
        </p:nvSpPr>
        <p:spPr bwMode="gray">
          <a:xfrm>
            <a:off x="354798" y="-1782435"/>
            <a:ext cx="11482405" cy="323165"/>
          </a:xfrm>
          <a:prstGeom prst="rect">
            <a:avLst/>
          </a:prstGeom>
          <a:noFill/>
        </p:spPr>
        <p:txBody>
          <a:bodyPr wrap="square" lIns="0" tIns="0" rIns="0" bIns="0" rtlCol="0" anchor="ctr">
            <a:spAutoFit/>
          </a:bodyPr>
          <a:lstStyle/>
          <a:p>
            <a:r>
              <a:rPr lang="en-GB" sz="1050" dirty="0">
                <a:solidFill>
                  <a:srgbClr val="000000"/>
                </a:solidFill>
              </a:rPr>
              <a:t>A number of University of Plymouth colours have already been set within this presentation for ease of use. When selecting a colour opt for the top row of colours on the Palette titled ‘Theme Colours’ (found for example when you use the ‘Shape Fill’ button). Should you require further approved colours use the colour Eyedropper function and click on a colour swatch below.</a:t>
            </a:r>
          </a:p>
        </p:txBody>
      </p:sp>
      <p:grpSp>
        <p:nvGrpSpPr>
          <p:cNvPr id="84" name="Group 83">
            <a:extLst>
              <a:ext uri="{FF2B5EF4-FFF2-40B4-BE49-F238E27FC236}">
                <a16:creationId xmlns:a16="http://schemas.microsoft.com/office/drawing/2014/main" id="{A12C5E8E-B798-A10A-9502-5AE24CFF43D1}"/>
              </a:ext>
            </a:extLst>
          </p:cNvPr>
          <p:cNvGrpSpPr/>
          <p:nvPr userDrawn="1"/>
        </p:nvGrpSpPr>
        <p:grpSpPr>
          <a:xfrm>
            <a:off x="990210" y="-1323454"/>
            <a:ext cx="480901" cy="1062743"/>
            <a:chOff x="990210" y="-1323454"/>
            <a:chExt cx="480901" cy="1062743"/>
          </a:xfrm>
        </p:grpSpPr>
        <p:sp>
          <p:nvSpPr>
            <p:cNvPr id="33" name="Rectangle 32">
              <a:extLst>
                <a:ext uri="{FF2B5EF4-FFF2-40B4-BE49-F238E27FC236}">
                  <a16:creationId xmlns:a16="http://schemas.microsoft.com/office/drawing/2014/main" id="{9ED23601-149A-982B-4FD3-1AEA095871E0}"/>
                </a:ext>
              </a:extLst>
            </p:cNvPr>
            <p:cNvSpPr/>
            <p:nvPr/>
          </p:nvSpPr>
          <p:spPr bwMode="gray">
            <a:xfrm>
              <a:off x="1029526" y="-857439"/>
              <a:ext cx="417849" cy="182708"/>
            </a:xfrm>
            <a:prstGeom prst="rect">
              <a:avLst/>
            </a:prstGeom>
            <a:solidFill>
              <a:srgbClr val="1D34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4" name="Rectangle 33">
              <a:extLst>
                <a:ext uri="{FF2B5EF4-FFF2-40B4-BE49-F238E27FC236}">
                  <a16:creationId xmlns:a16="http://schemas.microsoft.com/office/drawing/2014/main" id="{7FC2F37B-0A11-8639-D779-33964EE04297}"/>
                </a:ext>
              </a:extLst>
            </p:cNvPr>
            <p:cNvSpPr/>
            <p:nvPr/>
          </p:nvSpPr>
          <p:spPr bwMode="gray">
            <a:xfrm>
              <a:off x="990210" y="-1323454"/>
              <a:ext cx="480901" cy="276999"/>
            </a:xfrm>
            <a:prstGeom prst="rect">
              <a:avLst/>
            </a:prstGeom>
          </p:spPr>
          <p:txBody>
            <a:bodyPr wrap="none" lIns="0" tIns="0" rIns="0" bIns="0">
              <a:spAutoFit/>
            </a:bodyPr>
            <a:lstStyle/>
            <a:p>
              <a:pPr algn="ctr"/>
              <a:r>
                <a:rPr lang="en-GB" sz="900" dirty="0">
                  <a:solidFill>
                    <a:srgbClr val="000000"/>
                  </a:solidFill>
                </a:rPr>
                <a:t>Plymouth</a:t>
              </a:r>
              <a:br>
                <a:rPr lang="en-GB" sz="900" dirty="0">
                  <a:solidFill>
                    <a:srgbClr val="000000"/>
                  </a:solidFill>
                </a:rPr>
              </a:br>
              <a:r>
                <a:rPr lang="en-GB" sz="900" dirty="0">
                  <a:solidFill>
                    <a:srgbClr val="000000"/>
                  </a:solidFill>
                </a:rPr>
                <a:t>Indigo</a:t>
              </a:r>
              <a:endParaRPr lang="en-GB" sz="900" dirty="0"/>
            </a:p>
          </p:txBody>
        </p:sp>
        <p:sp>
          <p:nvSpPr>
            <p:cNvPr id="35" name="Rectangle 34">
              <a:extLst>
                <a:ext uri="{FF2B5EF4-FFF2-40B4-BE49-F238E27FC236}">
                  <a16:creationId xmlns:a16="http://schemas.microsoft.com/office/drawing/2014/main" id="{937DDFD6-5A18-BD5C-FF9E-892078304A1A}"/>
                </a:ext>
              </a:extLst>
            </p:cNvPr>
            <p:cNvSpPr/>
            <p:nvPr/>
          </p:nvSpPr>
          <p:spPr bwMode="gray">
            <a:xfrm>
              <a:off x="1032842" y="-674731"/>
              <a:ext cx="414533" cy="414020"/>
            </a:xfrm>
            <a:prstGeom prst="rect">
              <a:avLst/>
            </a:prstGeom>
          </p:spPr>
          <p:txBody>
            <a:bodyPr wrap="square" lIns="0" tIns="0" rIns="0" bIns="0">
              <a:spAutoFit/>
            </a:bodyPr>
            <a:lstStyle/>
            <a:p>
              <a:pPr algn="l"/>
              <a:r>
                <a:rPr lang="en-GB" sz="900" dirty="0">
                  <a:solidFill>
                    <a:srgbClr val="000000"/>
                  </a:solidFill>
                </a:rPr>
                <a:t>R: 29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52</a:t>
              </a:r>
            </a:p>
            <a:p>
              <a:pPr algn="l"/>
              <a:r>
                <a:rPr lang="en-GB" sz="900" dirty="0">
                  <a:solidFill>
                    <a:srgbClr val="000000"/>
                  </a:solidFill>
                </a:rPr>
                <a:t>B: 126</a:t>
              </a:r>
              <a:endParaRPr lang="en-GB" sz="900" dirty="0"/>
            </a:p>
          </p:txBody>
        </p:sp>
      </p:grpSp>
      <p:grpSp>
        <p:nvGrpSpPr>
          <p:cNvPr id="85" name="Group 84">
            <a:extLst>
              <a:ext uri="{FF2B5EF4-FFF2-40B4-BE49-F238E27FC236}">
                <a16:creationId xmlns:a16="http://schemas.microsoft.com/office/drawing/2014/main" id="{6844D660-0284-2086-24F9-6FDA3C625707}"/>
              </a:ext>
            </a:extLst>
          </p:cNvPr>
          <p:cNvGrpSpPr/>
          <p:nvPr userDrawn="1"/>
        </p:nvGrpSpPr>
        <p:grpSpPr>
          <a:xfrm>
            <a:off x="1689526" y="-1323454"/>
            <a:ext cx="480901" cy="1062743"/>
            <a:chOff x="1689526" y="-1323454"/>
            <a:chExt cx="480901" cy="1062743"/>
          </a:xfrm>
        </p:grpSpPr>
        <p:sp>
          <p:nvSpPr>
            <p:cNvPr id="37" name="Rectangle 36">
              <a:extLst>
                <a:ext uri="{FF2B5EF4-FFF2-40B4-BE49-F238E27FC236}">
                  <a16:creationId xmlns:a16="http://schemas.microsoft.com/office/drawing/2014/main" id="{78C1C499-63C3-0EC4-C7EE-65A45BB12C29}"/>
                </a:ext>
              </a:extLst>
            </p:cNvPr>
            <p:cNvSpPr/>
            <p:nvPr/>
          </p:nvSpPr>
          <p:spPr bwMode="gray">
            <a:xfrm>
              <a:off x="1728846" y="-857439"/>
              <a:ext cx="417849" cy="182708"/>
            </a:xfrm>
            <a:prstGeom prst="rect">
              <a:avLst/>
            </a:prstGeom>
            <a:solidFill>
              <a:srgbClr val="3C3E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38" name="Rectangle 37">
              <a:extLst>
                <a:ext uri="{FF2B5EF4-FFF2-40B4-BE49-F238E27FC236}">
                  <a16:creationId xmlns:a16="http://schemas.microsoft.com/office/drawing/2014/main" id="{50C71AC0-EBB1-2B32-CA02-F12AE56086B3}"/>
                </a:ext>
              </a:extLst>
            </p:cNvPr>
            <p:cNvSpPr/>
            <p:nvPr/>
          </p:nvSpPr>
          <p:spPr bwMode="gray">
            <a:xfrm>
              <a:off x="1689526"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Midnight</a:t>
              </a:r>
            </a:p>
            <a:p>
              <a:pPr algn="ctr"/>
              <a:r>
                <a:rPr lang="en-GB" sz="900" dirty="0">
                  <a:solidFill>
                    <a:srgbClr val="000000"/>
                  </a:solidFill>
                </a:rPr>
                <a:t>Blue*</a:t>
              </a:r>
              <a:endParaRPr lang="en-GB" sz="900" dirty="0"/>
            </a:p>
          </p:txBody>
        </p:sp>
        <p:sp>
          <p:nvSpPr>
            <p:cNvPr id="39" name="Rectangle 38">
              <a:extLst>
                <a:ext uri="{FF2B5EF4-FFF2-40B4-BE49-F238E27FC236}">
                  <a16:creationId xmlns:a16="http://schemas.microsoft.com/office/drawing/2014/main" id="{96B0EBA8-1E17-40A0-7752-72FFC1206F75}"/>
                </a:ext>
              </a:extLst>
            </p:cNvPr>
            <p:cNvSpPr/>
            <p:nvPr/>
          </p:nvSpPr>
          <p:spPr bwMode="gray">
            <a:xfrm>
              <a:off x="1732162" y="-674731"/>
              <a:ext cx="414533" cy="414020"/>
            </a:xfrm>
            <a:prstGeom prst="rect">
              <a:avLst/>
            </a:prstGeom>
          </p:spPr>
          <p:txBody>
            <a:bodyPr wrap="square" lIns="0" tIns="0" rIns="0" bIns="0">
              <a:spAutoFit/>
            </a:bodyPr>
            <a:lstStyle/>
            <a:p>
              <a:pPr algn="l"/>
              <a:r>
                <a:rPr lang="en-GB" sz="900" dirty="0">
                  <a:solidFill>
                    <a:srgbClr val="000000"/>
                  </a:solidFill>
                </a:rPr>
                <a:t>R: 60</a:t>
              </a:r>
            </a:p>
            <a:p>
              <a:pPr algn="l"/>
              <a:r>
                <a:rPr lang="en-GB" sz="900" dirty="0">
                  <a:solidFill>
                    <a:srgbClr val="000000"/>
                  </a:solidFill>
                </a:rPr>
                <a:t>G:</a:t>
              </a:r>
              <a:r>
                <a:rPr lang="en-GB" sz="900" baseline="0" dirty="0">
                  <a:solidFill>
                    <a:srgbClr val="000000"/>
                  </a:solidFill>
                </a:rPr>
                <a:t> 62</a:t>
              </a:r>
              <a:endParaRPr lang="en-GB" sz="900" dirty="0">
                <a:solidFill>
                  <a:srgbClr val="000000"/>
                </a:solidFill>
              </a:endParaRPr>
            </a:p>
            <a:p>
              <a:pPr algn="l"/>
              <a:r>
                <a:rPr lang="en-GB" sz="900" dirty="0">
                  <a:solidFill>
                    <a:srgbClr val="000000"/>
                  </a:solidFill>
                </a:rPr>
                <a:t>B: 111</a:t>
              </a:r>
              <a:endParaRPr lang="en-GB" sz="900" dirty="0"/>
            </a:p>
          </p:txBody>
        </p:sp>
      </p:grpSp>
      <p:grpSp>
        <p:nvGrpSpPr>
          <p:cNvPr id="86" name="Group 85">
            <a:extLst>
              <a:ext uri="{FF2B5EF4-FFF2-40B4-BE49-F238E27FC236}">
                <a16:creationId xmlns:a16="http://schemas.microsoft.com/office/drawing/2014/main" id="{2A926DA5-FAFD-1F07-E286-0A9D7AE6FB37}"/>
              </a:ext>
            </a:extLst>
          </p:cNvPr>
          <p:cNvGrpSpPr/>
          <p:nvPr userDrawn="1"/>
        </p:nvGrpSpPr>
        <p:grpSpPr>
          <a:xfrm>
            <a:off x="2388842" y="-1323454"/>
            <a:ext cx="525785" cy="1062743"/>
            <a:chOff x="2388842" y="-1323454"/>
            <a:chExt cx="525785" cy="1062743"/>
          </a:xfrm>
        </p:grpSpPr>
        <p:sp>
          <p:nvSpPr>
            <p:cNvPr id="41" name="Rectangle 40">
              <a:extLst>
                <a:ext uri="{FF2B5EF4-FFF2-40B4-BE49-F238E27FC236}">
                  <a16:creationId xmlns:a16="http://schemas.microsoft.com/office/drawing/2014/main" id="{DC8F0FCD-9307-96E9-EF02-2029EC5507D5}"/>
                </a:ext>
              </a:extLst>
            </p:cNvPr>
            <p:cNvSpPr/>
            <p:nvPr/>
          </p:nvSpPr>
          <p:spPr bwMode="gray">
            <a:xfrm>
              <a:off x="2442810" y="-857439"/>
              <a:ext cx="417849" cy="182708"/>
            </a:xfrm>
            <a:prstGeom prst="rect">
              <a:avLst/>
            </a:prstGeom>
            <a:solidFill>
              <a:srgbClr val="7B77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2" name="Rectangle 41">
              <a:extLst>
                <a:ext uri="{FF2B5EF4-FFF2-40B4-BE49-F238E27FC236}">
                  <a16:creationId xmlns:a16="http://schemas.microsoft.com/office/drawing/2014/main" id="{04F4313C-31B5-D000-8C38-D8E88A514558}"/>
                </a:ext>
              </a:extLst>
            </p:cNvPr>
            <p:cNvSpPr/>
            <p:nvPr/>
          </p:nvSpPr>
          <p:spPr bwMode="gray">
            <a:xfrm>
              <a:off x="2388842" y="-1323454"/>
              <a:ext cx="525785"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Dark</a:t>
              </a:r>
            </a:p>
            <a:p>
              <a:pPr algn="ctr"/>
              <a:r>
                <a:rPr lang="en-GB" sz="900" dirty="0">
                  <a:solidFill>
                    <a:srgbClr val="000000"/>
                  </a:solidFill>
                </a:rPr>
                <a:t>Lavender*</a:t>
              </a:r>
              <a:endParaRPr lang="en-GB" sz="900" dirty="0"/>
            </a:p>
          </p:txBody>
        </p:sp>
        <p:sp>
          <p:nvSpPr>
            <p:cNvPr id="43" name="Rectangle 42">
              <a:extLst>
                <a:ext uri="{FF2B5EF4-FFF2-40B4-BE49-F238E27FC236}">
                  <a16:creationId xmlns:a16="http://schemas.microsoft.com/office/drawing/2014/main" id="{B004D0FE-907D-2412-032D-7EE204676367}"/>
                </a:ext>
              </a:extLst>
            </p:cNvPr>
            <p:cNvSpPr/>
            <p:nvPr/>
          </p:nvSpPr>
          <p:spPr bwMode="gray">
            <a:xfrm>
              <a:off x="2453920" y="-674731"/>
              <a:ext cx="414533" cy="414020"/>
            </a:xfrm>
            <a:prstGeom prst="rect">
              <a:avLst/>
            </a:prstGeom>
          </p:spPr>
          <p:txBody>
            <a:bodyPr wrap="square" lIns="0" tIns="0" rIns="0" bIns="0">
              <a:spAutoFit/>
            </a:bodyPr>
            <a:lstStyle/>
            <a:p>
              <a:pPr algn="l"/>
              <a:r>
                <a:rPr lang="en-GB" sz="900" dirty="0">
                  <a:solidFill>
                    <a:srgbClr val="000000"/>
                  </a:solidFill>
                </a:rPr>
                <a:t>R: 123</a:t>
              </a:r>
            </a:p>
            <a:p>
              <a:pPr algn="l"/>
              <a:r>
                <a:rPr lang="en-GB" sz="900" dirty="0">
                  <a:solidFill>
                    <a:srgbClr val="000000"/>
                  </a:solidFill>
                </a:rPr>
                <a:t>G:</a:t>
              </a:r>
              <a:r>
                <a:rPr lang="en-GB" sz="900" baseline="0" dirty="0">
                  <a:solidFill>
                    <a:srgbClr val="000000"/>
                  </a:solidFill>
                </a:rPr>
                <a:t> 119</a:t>
              </a:r>
              <a:endParaRPr lang="en-GB" sz="900" dirty="0">
                <a:solidFill>
                  <a:srgbClr val="000000"/>
                </a:solidFill>
              </a:endParaRPr>
            </a:p>
            <a:p>
              <a:pPr algn="l"/>
              <a:r>
                <a:rPr lang="en-GB" sz="900" dirty="0">
                  <a:solidFill>
                    <a:srgbClr val="000000"/>
                  </a:solidFill>
                </a:rPr>
                <a:t>B: 165</a:t>
              </a:r>
              <a:endParaRPr lang="en-GB" sz="900" dirty="0"/>
            </a:p>
          </p:txBody>
        </p:sp>
      </p:grpSp>
      <p:grpSp>
        <p:nvGrpSpPr>
          <p:cNvPr id="87" name="Group 86">
            <a:extLst>
              <a:ext uri="{FF2B5EF4-FFF2-40B4-BE49-F238E27FC236}">
                <a16:creationId xmlns:a16="http://schemas.microsoft.com/office/drawing/2014/main" id="{9968D151-7D42-A3FF-68D3-3CDD4D410584}"/>
              </a:ext>
            </a:extLst>
          </p:cNvPr>
          <p:cNvGrpSpPr/>
          <p:nvPr userDrawn="1"/>
        </p:nvGrpSpPr>
        <p:grpSpPr>
          <a:xfrm>
            <a:off x="3133042" y="-1323454"/>
            <a:ext cx="480901" cy="1062743"/>
            <a:chOff x="3133042" y="-1323454"/>
            <a:chExt cx="480901" cy="1062743"/>
          </a:xfrm>
        </p:grpSpPr>
        <p:sp>
          <p:nvSpPr>
            <p:cNvPr id="45" name="Rectangle 44">
              <a:extLst>
                <a:ext uri="{FF2B5EF4-FFF2-40B4-BE49-F238E27FC236}">
                  <a16:creationId xmlns:a16="http://schemas.microsoft.com/office/drawing/2014/main" id="{6F0F19A6-489E-2156-413A-4C3363D3ABFD}"/>
                </a:ext>
              </a:extLst>
            </p:cNvPr>
            <p:cNvSpPr/>
            <p:nvPr/>
          </p:nvSpPr>
          <p:spPr bwMode="gray">
            <a:xfrm>
              <a:off x="3172362" y="-857439"/>
              <a:ext cx="417849" cy="182708"/>
            </a:xfrm>
            <a:prstGeom prst="rect">
              <a:avLst/>
            </a:prstGeom>
            <a:solidFill>
              <a:srgbClr val="539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46" name="Rectangle 45">
              <a:extLst>
                <a:ext uri="{FF2B5EF4-FFF2-40B4-BE49-F238E27FC236}">
                  <a16:creationId xmlns:a16="http://schemas.microsoft.com/office/drawing/2014/main" id="{90DBA2B0-55DF-3CCA-6317-88790BBDEFB0}"/>
                </a:ext>
              </a:extLst>
            </p:cNvPr>
            <p:cNvSpPr/>
            <p:nvPr/>
          </p:nvSpPr>
          <p:spPr bwMode="gray">
            <a:xfrm>
              <a:off x="3133042"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Bondi</a:t>
              </a:r>
            </a:p>
            <a:p>
              <a:pPr algn="ctr"/>
              <a:r>
                <a:rPr lang="en-GB" sz="900" dirty="0">
                  <a:solidFill>
                    <a:srgbClr val="000000"/>
                  </a:solidFill>
                </a:rPr>
                <a:t>Blue</a:t>
              </a:r>
              <a:endParaRPr lang="en-GB" sz="900" dirty="0"/>
            </a:p>
          </p:txBody>
        </p:sp>
        <p:sp>
          <p:nvSpPr>
            <p:cNvPr id="47" name="Rectangle 46">
              <a:extLst>
                <a:ext uri="{FF2B5EF4-FFF2-40B4-BE49-F238E27FC236}">
                  <a16:creationId xmlns:a16="http://schemas.microsoft.com/office/drawing/2014/main" id="{D038885F-0F3E-2655-767A-C326A1BFB6A1}"/>
                </a:ext>
              </a:extLst>
            </p:cNvPr>
            <p:cNvSpPr/>
            <p:nvPr/>
          </p:nvSpPr>
          <p:spPr bwMode="gray">
            <a:xfrm>
              <a:off x="3175678" y="-674731"/>
              <a:ext cx="414533" cy="414020"/>
            </a:xfrm>
            <a:prstGeom prst="rect">
              <a:avLst/>
            </a:prstGeom>
          </p:spPr>
          <p:txBody>
            <a:bodyPr wrap="square" lIns="0" tIns="0" rIns="0" bIns="0">
              <a:spAutoFit/>
            </a:bodyPr>
            <a:lstStyle/>
            <a:p>
              <a:pPr algn="l"/>
              <a:r>
                <a:rPr lang="en-GB" sz="900" dirty="0">
                  <a:solidFill>
                    <a:srgbClr val="000000"/>
                  </a:solidFill>
                </a:rPr>
                <a:t>R: 83</a:t>
              </a:r>
            </a:p>
            <a:p>
              <a:pPr algn="l"/>
              <a:r>
                <a:rPr lang="en-GB" sz="900" dirty="0">
                  <a:solidFill>
                    <a:srgbClr val="000000"/>
                  </a:solidFill>
                </a:rPr>
                <a:t>G: 145</a:t>
              </a:r>
            </a:p>
            <a:p>
              <a:pPr algn="l"/>
              <a:r>
                <a:rPr lang="en-GB" sz="900" dirty="0">
                  <a:solidFill>
                    <a:srgbClr val="000000"/>
                  </a:solidFill>
                </a:rPr>
                <a:t>B: 202</a:t>
              </a:r>
              <a:endParaRPr lang="en-GB" sz="900" dirty="0"/>
            </a:p>
          </p:txBody>
        </p:sp>
      </p:grpSp>
      <p:grpSp>
        <p:nvGrpSpPr>
          <p:cNvPr id="110" name="Group 109">
            <a:extLst>
              <a:ext uri="{FF2B5EF4-FFF2-40B4-BE49-F238E27FC236}">
                <a16:creationId xmlns:a16="http://schemas.microsoft.com/office/drawing/2014/main" id="{13C5B42F-6B38-E1C4-00D4-3B50AD15F819}"/>
              </a:ext>
            </a:extLst>
          </p:cNvPr>
          <p:cNvGrpSpPr/>
          <p:nvPr userDrawn="1"/>
        </p:nvGrpSpPr>
        <p:grpSpPr>
          <a:xfrm>
            <a:off x="3832358" y="-1323454"/>
            <a:ext cx="557845" cy="1062743"/>
            <a:chOff x="3832358" y="-1323454"/>
            <a:chExt cx="557845" cy="1062743"/>
          </a:xfrm>
        </p:grpSpPr>
        <p:sp>
          <p:nvSpPr>
            <p:cNvPr id="49" name="Rectangle 48">
              <a:extLst>
                <a:ext uri="{FF2B5EF4-FFF2-40B4-BE49-F238E27FC236}">
                  <a16:creationId xmlns:a16="http://schemas.microsoft.com/office/drawing/2014/main" id="{0CF0271E-D7A8-3DBC-9828-21EBEA55C998}"/>
                </a:ext>
              </a:extLst>
            </p:cNvPr>
            <p:cNvSpPr/>
            <p:nvPr/>
          </p:nvSpPr>
          <p:spPr bwMode="gray">
            <a:xfrm>
              <a:off x="3910149" y="-857439"/>
              <a:ext cx="417849" cy="182708"/>
            </a:xfrm>
            <a:prstGeom prst="rect">
              <a:avLst/>
            </a:prstGeom>
            <a:solidFill>
              <a:srgbClr val="7FBF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0" name="Rectangle 49">
              <a:extLst>
                <a:ext uri="{FF2B5EF4-FFF2-40B4-BE49-F238E27FC236}">
                  <a16:creationId xmlns:a16="http://schemas.microsoft.com/office/drawing/2014/main" id="{6C82975E-5CA5-F821-E8E0-92308C947807}"/>
                </a:ext>
              </a:extLst>
            </p:cNvPr>
            <p:cNvSpPr/>
            <p:nvPr/>
          </p:nvSpPr>
          <p:spPr bwMode="gray">
            <a:xfrm>
              <a:off x="3832358" y="-1323454"/>
              <a:ext cx="557845" cy="276999"/>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Turquoise*</a:t>
              </a:r>
              <a:endParaRPr lang="en-GB" sz="900" dirty="0"/>
            </a:p>
          </p:txBody>
        </p:sp>
        <p:sp>
          <p:nvSpPr>
            <p:cNvPr id="51" name="Rectangle 50">
              <a:extLst>
                <a:ext uri="{FF2B5EF4-FFF2-40B4-BE49-F238E27FC236}">
                  <a16:creationId xmlns:a16="http://schemas.microsoft.com/office/drawing/2014/main" id="{EFA6D258-C285-E987-3184-72548C28BC34}"/>
                </a:ext>
              </a:extLst>
            </p:cNvPr>
            <p:cNvSpPr/>
            <p:nvPr/>
          </p:nvSpPr>
          <p:spPr bwMode="gray">
            <a:xfrm>
              <a:off x="3913465" y="-674731"/>
              <a:ext cx="414533" cy="414020"/>
            </a:xfrm>
            <a:prstGeom prst="rect">
              <a:avLst/>
            </a:prstGeom>
          </p:spPr>
          <p:txBody>
            <a:bodyPr wrap="square" lIns="0" tIns="0" rIns="0" bIns="0">
              <a:spAutoFit/>
            </a:bodyPr>
            <a:lstStyle/>
            <a:p>
              <a:pPr algn="l"/>
              <a:r>
                <a:rPr lang="en-GB" sz="900" dirty="0">
                  <a:solidFill>
                    <a:srgbClr val="000000"/>
                  </a:solidFill>
                </a:rPr>
                <a:t>R: 127</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191</a:t>
              </a:r>
            </a:p>
            <a:p>
              <a:pPr algn="l"/>
              <a:r>
                <a:rPr lang="en-GB" sz="900" dirty="0">
                  <a:solidFill>
                    <a:srgbClr val="000000"/>
                  </a:solidFill>
                </a:rPr>
                <a:t>B: 215</a:t>
              </a:r>
              <a:endParaRPr lang="en-GB" sz="900" dirty="0"/>
            </a:p>
          </p:txBody>
        </p:sp>
      </p:grpSp>
      <p:grpSp>
        <p:nvGrpSpPr>
          <p:cNvPr id="111" name="Group 110">
            <a:extLst>
              <a:ext uri="{FF2B5EF4-FFF2-40B4-BE49-F238E27FC236}">
                <a16:creationId xmlns:a16="http://schemas.microsoft.com/office/drawing/2014/main" id="{5483041D-EC54-BED3-93C3-BE295E8AAF3B}"/>
              </a:ext>
            </a:extLst>
          </p:cNvPr>
          <p:cNvGrpSpPr/>
          <p:nvPr userDrawn="1"/>
        </p:nvGrpSpPr>
        <p:grpSpPr>
          <a:xfrm>
            <a:off x="4608618" y="-1323454"/>
            <a:ext cx="480901" cy="1062743"/>
            <a:chOff x="4608618" y="-1323454"/>
            <a:chExt cx="480901" cy="1062743"/>
          </a:xfrm>
        </p:grpSpPr>
        <p:sp>
          <p:nvSpPr>
            <p:cNvPr id="53" name="Rectangle 52">
              <a:extLst>
                <a:ext uri="{FF2B5EF4-FFF2-40B4-BE49-F238E27FC236}">
                  <a16:creationId xmlns:a16="http://schemas.microsoft.com/office/drawing/2014/main" id="{A8940FA7-8C86-FEF9-3B82-1B0A754F66CD}"/>
                </a:ext>
              </a:extLst>
            </p:cNvPr>
            <p:cNvSpPr/>
            <p:nvPr/>
          </p:nvSpPr>
          <p:spPr bwMode="gray">
            <a:xfrm>
              <a:off x="4647934" y="-857439"/>
              <a:ext cx="417849" cy="182708"/>
            </a:xfrm>
            <a:prstGeom prst="rect">
              <a:avLst/>
            </a:prstGeom>
            <a:solidFill>
              <a:srgbClr val="9FCA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4" name="Rectangle 53">
              <a:extLst>
                <a:ext uri="{FF2B5EF4-FFF2-40B4-BE49-F238E27FC236}">
                  <a16:creationId xmlns:a16="http://schemas.microsoft.com/office/drawing/2014/main" id="{0B17C95C-2CD4-0339-2CBE-2CFDAF1FA30C}"/>
                </a:ext>
              </a:extLst>
            </p:cNvPr>
            <p:cNvSpPr/>
            <p:nvPr/>
          </p:nvSpPr>
          <p:spPr bwMode="gray">
            <a:xfrm>
              <a:off x="4608618"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Sea</a:t>
              </a:r>
            </a:p>
            <a:p>
              <a:pPr algn="ctr"/>
              <a:r>
                <a:rPr lang="en-GB" sz="900" dirty="0">
                  <a:solidFill>
                    <a:srgbClr val="000000"/>
                  </a:solidFill>
                </a:rPr>
                <a:t>Green*</a:t>
              </a:r>
              <a:endParaRPr lang="en-GB" sz="900" dirty="0"/>
            </a:p>
          </p:txBody>
        </p:sp>
        <p:sp>
          <p:nvSpPr>
            <p:cNvPr id="55" name="Rectangle 54">
              <a:extLst>
                <a:ext uri="{FF2B5EF4-FFF2-40B4-BE49-F238E27FC236}">
                  <a16:creationId xmlns:a16="http://schemas.microsoft.com/office/drawing/2014/main" id="{0D6F897B-7914-4B43-61C8-8FC5AA1ADB7B}"/>
                </a:ext>
              </a:extLst>
            </p:cNvPr>
            <p:cNvSpPr/>
            <p:nvPr/>
          </p:nvSpPr>
          <p:spPr bwMode="gray">
            <a:xfrm>
              <a:off x="4651250" y="-674731"/>
              <a:ext cx="414533" cy="414020"/>
            </a:xfrm>
            <a:prstGeom prst="rect">
              <a:avLst/>
            </a:prstGeom>
          </p:spPr>
          <p:txBody>
            <a:bodyPr wrap="square" lIns="0" tIns="0" rIns="0" bIns="0">
              <a:spAutoFit/>
            </a:bodyPr>
            <a:lstStyle/>
            <a:p>
              <a:pPr algn="l"/>
              <a:r>
                <a:rPr lang="en-GB" sz="900" dirty="0">
                  <a:solidFill>
                    <a:srgbClr val="000000"/>
                  </a:solidFill>
                </a:rPr>
                <a:t>R: 159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202</a:t>
              </a:r>
            </a:p>
            <a:p>
              <a:pPr algn="l"/>
              <a:r>
                <a:rPr lang="en-GB" sz="900" dirty="0">
                  <a:solidFill>
                    <a:srgbClr val="000000"/>
                  </a:solidFill>
                </a:rPr>
                <a:t>B: 197</a:t>
              </a:r>
              <a:endParaRPr lang="en-GB" sz="900" dirty="0"/>
            </a:p>
          </p:txBody>
        </p:sp>
      </p:grpSp>
      <p:grpSp>
        <p:nvGrpSpPr>
          <p:cNvPr id="112" name="Group 111">
            <a:extLst>
              <a:ext uri="{FF2B5EF4-FFF2-40B4-BE49-F238E27FC236}">
                <a16:creationId xmlns:a16="http://schemas.microsoft.com/office/drawing/2014/main" id="{761C5F32-50DA-38FE-8AAB-4B750262B55B}"/>
              </a:ext>
            </a:extLst>
          </p:cNvPr>
          <p:cNvGrpSpPr/>
          <p:nvPr userDrawn="1"/>
        </p:nvGrpSpPr>
        <p:grpSpPr>
          <a:xfrm>
            <a:off x="5307934" y="-1323454"/>
            <a:ext cx="480901" cy="1062743"/>
            <a:chOff x="5307934" y="-1323454"/>
            <a:chExt cx="480901" cy="1062743"/>
          </a:xfrm>
        </p:grpSpPr>
        <p:sp>
          <p:nvSpPr>
            <p:cNvPr id="57" name="Rectangle 56">
              <a:extLst>
                <a:ext uri="{FF2B5EF4-FFF2-40B4-BE49-F238E27FC236}">
                  <a16:creationId xmlns:a16="http://schemas.microsoft.com/office/drawing/2014/main" id="{3BF35EE2-759A-D3EE-768E-F1C4818C5F4F}"/>
                </a:ext>
              </a:extLst>
            </p:cNvPr>
            <p:cNvSpPr/>
            <p:nvPr/>
          </p:nvSpPr>
          <p:spPr bwMode="gray">
            <a:xfrm>
              <a:off x="5347254" y="-857439"/>
              <a:ext cx="417849" cy="182708"/>
            </a:xfrm>
            <a:prstGeom prst="rect">
              <a:avLst/>
            </a:prstGeom>
            <a:solidFill>
              <a:srgbClr val="B4C9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58" name="Rectangle 57">
              <a:extLst>
                <a:ext uri="{FF2B5EF4-FFF2-40B4-BE49-F238E27FC236}">
                  <a16:creationId xmlns:a16="http://schemas.microsoft.com/office/drawing/2014/main" id="{FBF66AFD-5006-1DEA-156C-D9E4D4995C60}"/>
                </a:ext>
              </a:extLst>
            </p:cNvPr>
            <p:cNvSpPr/>
            <p:nvPr/>
          </p:nvSpPr>
          <p:spPr bwMode="gray">
            <a:xfrm>
              <a:off x="5307934"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Fresh</a:t>
              </a:r>
            </a:p>
            <a:p>
              <a:pPr algn="ctr"/>
              <a:r>
                <a:rPr lang="en-GB" sz="900" dirty="0">
                  <a:solidFill>
                    <a:srgbClr val="000000"/>
                  </a:solidFill>
                </a:rPr>
                <a:t>Green</a:t>
              </a:r>
              <a:endParaRPr lang="en-GB" sz="900" dirty="0"/>
            </a:p>
          </p:txBody>
        </p:sp>
        <p:sp>
          <p:nvSpPr>
            <p:cNvPr id="59" name="Rectangle 58">
              <a:extLst>
                <a:ext uri="{FF2B5EF4-FFF2-40B4-BE49-F238E27FC236}">
                  <a16:creationId xmlns:a16="http://schemas.microsoft.com/office/drawing/2014/main" id="{3EB3B90A-2451-2D61-E5A5-CD0CDBD97A93}"/>
                </a:ext>
              </a:extLst>
            </p:cNvPr>
            <p:cNvSpPr/>
            <p:nvPr/>
          </p:nvSpPr>
          <p:spPr bwMode="gray">
            <a:xfrm>
              <a:off x="5350570" y="-674731"/>
              <a:ext cx="414533" cy="414020"/>
            </a:xfrm>
            <a:prstGeom prst="rect">
              <a:avLst/>
            </a:prstGeom>
          </p:spPr>
          <p:txBody>
            <a:bodyPr wrap="square" lIns="0" tIns="0" rIns="0" bIns="0">
              <a:spAutoFit/>
            </a:bodyPr>
            <a:lstStyle/>
            <a:p>
              <a:pPr algn="l"/>
              <a:r>
                <a:rPr lang="en-GB" sz="900" dirty="0">
                  <a:solidFill>
                    <a:srgbClr val="000000"/>
                  </a:solidFill>
                </a:rPr>
                <a:t>R: 193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0</a:t>
              </a:r>
            </a:p>
            <a:p>
              <a:pPr algn="l"/>
              <a:r>
                <a:rPr lang="en-GB" sz="900" dirty="0">
                  <a:solidFill>
                    <a:srgbClr val="000000"/>
                  </a:solidFill>
                </a:rPr>
                <a:t>B: 74</a:t>
              </a:r>
              <a:endParaRPr lang="en-GB" sz="900" dirty="0"/>
            </a:p>
          </p:txBody>
        </p:sp>
      </p:grpSp>
      <p:grpSp>
        <p:nvGrpSpPr>
          <p:cNvPr id="113" name="Group 112">
            <a:extLst>
              <a:ext uri="{FF2B5EF4-FFF2-40B4-BE49-F238E27FC236}">
                <a16:creationId xmlns:a16="http://schemas.microsoft.com/office/drawing/2014/main" id="{832BF4EC-C6FF-0938-0912-AF18D98CE331}"/>
              </a:ext>
            </a:extLst>
          </p:cNvPr>
          <p:cNvGrpSpPr/>
          <p:nvPr userDrawn="1"/>
        </p:nvGrpSpPr>
        <p:grpSpPr>
          <a:xfrm>
            <a:off x="6007250" y="-1323454"/>
            <a:ext cx="532197" cy="1062743"/>
            <a:chOff x="6007250" y="-1323454"/>
            <a:chExt cx="532197" cy="1062743"/>
          </a:xfrm>
        </p:grpSpPr>
        <p:sp>
          <p:nvSpPr>
            <p:cNvPr id="61" name="Rectangle 60">
              <a:extLst>
                <a:ext uri="{FF2B5EF4-FFF2-40B4-BE49-F238E27FC236}">
                  <a16:creationId xmlns:a16="http://schemas.microsoft.com/office/drawing/2014/main" id="{ACE64B14-2EFB-6298-FE90-851C843123AA}"/>
                </a:ext>
              </a:extLst>
            </p:cNvPr>
            <p:cNvSpPr/>
            <p:nvPr/>
          </p:nvSpPr>
          <p:spPr bwMode="gray">
            <a:xfrm>
              <a:off x="6072216" y="-857439"/>
              <a:ext cx="417849" cy="182708"/>
            </a:xfrm>
            <a:prstGeom prst="rect">
              <a:avLst/>
            </a:prstGeom>
            <a:solidFill>
              <a:srgbClr val="C100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2" name="Rectangle 61">
              <a:extLst>
                <a:ext uri="{FF2B5EF4-FFF2-40B4-BE49-F238E27FC236}">
                  <a16:creationId xmlns:a16="http://schemas.microsoft.com/office/drawing/2014/main" id="{A059774D-DF51-1B0C-6969-7EEE8FBC3D19}"/>
                </a:ext>
              </a:extLst>
            </p:cNvPr>
            <p:cNvSpPr/>
            <p:nvPr/>
          </p:nvSpPr>
          <p:spPr bwMode="gray">
            <a:xfrm>
              <a:off x="6007250" y="-1323454"/>
              <a:ext cx="532197"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Raspberry</a:t>
              </a:r>
            </a:p>
            <a:p>
              <a:pPr algn="ctr"/>
              <a:r>
                <a:rPr lang="en-GB" sz="900" dirty="0">
                  <a:solidFill>
                    <a:srgbClr val="000000"/>
                  </a:solidFill>
                </a:rPr>
                <a:t>Red*</a:t>
              </a:r>
              <a:endParaRPr lang="en-GB" sz="900" dirty="0"/>
            </a:p>
          </p:txBody>
        </p:sp>
        <p:sp>
          <p:nvSpPr>
            <p:cNvPr id="63" name="Rectangle 62">
              <a:extLst>
                <a:ext uri="{FF2B5EF4-FFF2-40B4-BE49-F238E27FC236}">
                  <a16:creationId xmlns:a16="http://schemas.microsoft.com/office/drawing/2014/main" id="{B7469336-30DD-11B6-7635-E0A3ABE664FD}"/>
                </a:ext>
              </a:extLst>
            </p:cNvPr>
            <p:cNvSpPr/>
            <p:nvPr/>
          </p:nvSpPr>
          <p:spPr bwMode="gray">
            <a:xfrm>
              <a:off x="6075532" y="-674731"/>
              <a:ext cx="414533" cy="414020"/>
            </a:xfrm>
            <a:prstGeom prst="rect">
              <a:avLst/>
            </a:prstGeom>
          </p:spPr>
          <p:txBody>
            <a:bodyPr wrap="square" lIns="0" tIns="0" rIns="0" bIns="0">
              <a:spAutoFit/>
            </a:bodyPr>
            <a:lstStyle/>
            <a:p>
              <a:pPr algn="l"/>
              <a:r>
                <a:rPr lang="en-GB" sz="900" dirty="0">
                  <a:solidFill>
                    <a:srgbClr val="000000"/>
                  </a:solidFill>
                </a:rPr>
                <a:t>R: 193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0</a:t>
              </a:r>
            </a:p>
            <a:p>
              <a:pPr algn="l"/>
              <a:r>
                <a:rPr lang="en-GB" sz="900" dirty="0">
                  <a:solidFill>
                    <a:srgbClr val="000000"/>
                  </a:solidFill>
                </a:rPr>
                <a:t>B: 74</a:t>
              </a:r>
              <a:endParaRPr lang="en-GB" sz="900" dirty="0"/>
            </a:p>
          </p:txBody>
        </p:sp>
      </p:grpSp>
      <p:grpSp>
        <p:nvGrpSpPr>
          <p:cNvPr id="114" name="Group 113">
            <a:extLst>
              <a:ext uri="{FF2B5EF4-FFF2-40B4-BE49-F238E27FC236}">
                <a16:creationId xmlns:a16="http://schemas.microsoft.com/office/drawing/2014/main" id="{99249D95-61F6-C293-130B-BC50687A0BC1}"/>
              </a:ext>
            </a:extLst>
          </p:cNvPr>
          <p:cNvGrpSpPr/>
          <p:nvPr userDrawn="1"/>
        </p:nvGrpSpPr>
        <p:grpSpPr>
          <a:xfrm>
            <a:off x="6757862" y="-1323454"/>
            <a:ext cx="480901" cy="1062743"/>
            <a:chOff x="6757862" y="-1323454"/>
            <a:chExt cx="480901" cy="1062743"/>
          </a:xfrm>
        </p:grpSpPr>
        <p:sp>
          <p:nvSpPr>
            <p:cNvPr id="65" name="Rectangle 64">
              <a:extLst>
                <a:ext uri="{FF2B5EF4-FFF2-40B4-BE49-F238E27FC236}">
                  <a16:creationId xmlns:a16="http://schemas.microsoft.com/office/drawing/2014/main" id="{32D63141-8936-D5DB-6E95-42F84ECDAC0B}"/>
                </a:ext>
              </a:extLst>
            </p:cNvPr>
            <p:cNvSpPr/>
            <p:nvPr/>
          </p:nvSpPr>
          <p:spPr bwMode="gray">
            <a:xfrm>
              <a:off x="6797182" y="-857439"/>
              <a:ext cx="417849" cy="182708"/>
            </a:xfrm>
            <a:prstGeom prst="rect">
              <a:avLst/>
            </a:prstGeom>
            <a:solidFill>
              <a:srgbClr val="C74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66" name="Rectangle 65">
              <a:extLst>
                <a:ext uri="{FF2B5EF4-FFF2-40B4-BE49-F238E27FC236}">
                  <a16:creationId xmlns:a16="http://schemas.microsoft.com/office/drawing/2014/main" id="{B6B83021-3174-9547-944E-BD9EFB98E56D}"/>
                </a:ext>
              </a:extLst>
            </p:cNvPr>
            <p:cNvSpPr/>
            <p:nvPr/>
          </p:nvSpPr>
          <p:spPr bwMode="gray">
            <a:xfrm>
              <a:off x="6757862"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Brilliant</a:t>
              </a:r>
            </a:p>
            <a:p>
              <a:pPr algn="ctr"/>
              <a:r>
                <a:rPr lang="en-GB" sz="900" dirty="0">
                  <a:solidFill>
                    <a:srgbClr val="000000"/>
                  </a:solidFill>
                </a:rPr>
                <a:t>Rose</a:t>
              </a:r>
              <a:endParaRPr lang="en-GB" sz="900" dirty="0"/>
            </a:p>
          </p:txBody>
        </p:sp>
        <p:sp>
          <p:nvSpPr>
            <p:cNvPr id="67" name="Rectangle 66">
              <a:extLst>
                <a:ext uri="{FF2B5EF4-FFF2-40B4-BE49-F238E27FC236}">
                  <a16:creationId xmlns:a16="http://schemas.microsoft.com/office/drawing/2014/main" id="{45C272AB-9B38-002D-C9BF-D7C80243EC74}"/>
                </a:ext>
              </a:extLst>
            </p:cNvPr>
            <p:cNvSpPr/>
            <p:nvPr/>
          </p:nvSpPr>
          <p:spPr bwMode="gray">
            <a:xfrm>
              <a:off x="6800498" y="-674731"/>
              <a:ext cx="414533" cy="414020"/>
            </a:xfrm>
            <a:prstGeom prst="rect">
              <a:avLst/>
            </a:prstGeom>
          </p:spPr>
          <p:txBody>
            <a:bodyPr wrap="square" lIns="0" tIns="0" rIns="0" bIns="0">
              <a:spAutoFit/>
            </a:bodyPr>
            <a:lstStyle/>
            <a:p>
              <a:pPr algn="l"/>
              <a:r>
                <a:rPr lang="en-GB" sz="900" dirty="0">
                  <a:solidFill>
                    <a:srgbClr val="000000"/>
                  </a:solidFill>
                </a:rPr>
                <a:t>R: 199</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74</a:t>
              </a:r>
            </a:p>
            <a:p>
              <a:pPr algn="l"/>
              <a:r>
                <a:rPr lang="en-GB" sz="900" dirty="0">
                  <a:solidFill>
                    <a:srgbClr val="000000"/>
                  </a:solidFill>
                </a:rPr>
                <a:t>B: 141</a:t>
              </a:r>
              <a:endParaRPr lang="en-GB" sz="900" dirty="0"/>
            </a:p>
          </p:txBody>
        </p:sp>
      </p:grpSp>
      <p:grpSp>
        <p:nvGrpSpPr>
          <p:cNvPr id="115" name="Group 114">
            <a:extLst>
              <a:ext uri="{FF2B5EF4-FFF2-40B4-BE49-F238E27FC236}">
                <a16:creationId xmlns:a16="http://schemas.microsoft.com/office/drawing/2014/main" id="{6525AE3F-0C12-1BE5-089B-F56D2C2491AF}"/>
              </a:ext>
            </a:extLst>
          </p:cNvPr>
          <p:cNvGrpSpPr/>
          <p:nvPr userDrawn="1"/>
        </p:nvGrpSpPr>
        <p:grpSpPr>
          <a:xfrm>
            <a:off x="7457178" y="-1323454"/>
            <a:ext cx="480901" cy="1062743"/>
            <a:chOff x="7457178" y="-1323454"/>
            <a:chExt cx="480901" cy="1062743"/>
          </a:xfrm>
        </p:grpSpPr>
        <p:sp>
          <p:nvSpPr>
            <p:cNvPr id="69" name="Rectangle 68">
              <a:extLst>
                <a:ext uri="{FF2B5EF4-FFF2-40B4-BE49-F238E27FC236}">
                  <a16:creationId xmlns:a16="http://schemas.microsoft.com/office/drawing/2014/main" id="{491440D9-5CAD-4AFB-91FF-468B13FCC8BD}"/>
                </a:ext>
              </a:extLst>
            </p:cNvPr>
            <p:cNvSpPr/>
            <p:nvPr/>
          </p:nvSpPr>
          <p:spPr bwMode="gray">
            <a:xfrm>
              <a:off x="7496498" y="-857439"/>
              <a:ext cx="417849" cy="182708"/>
            </a:xfrm>
            <a:prstGeom prst="rect">
              <a:avLst/>
            </a:prstGeom>
            <a:solidFill>
              <a:srgbClr val="F59D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0" name="Rectangle 69">
              <a:extLst>
                <a:ext uri="{FF2B5EF4-FFF2-40B4-BE49-F238E27FC236}">
                  <a16:creationId xmlns:a16="http://schemas.microsoft.com/office/drawing/2014/main" id="{AAE7F9A2-F362-044B-C0C9-43F9320B72C9}"/>
                </a:ext>
              </a:extLst>
            </p:cNvPr>
            <p:cNvSpPr/>
            <p:nvPr/>
          </p:nvSpPr>
          <p:spPr bwMode="gray">
            <a:xfrm>
              <a:off x="7457178"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Deep</a:t>
              </a:r>
            </a:p>
            <a:p>
              <a:pPr algn="ctr"/>
              <a:r>
                <a:rPr lang="en-GB" sz="900" dirty="0">
                  <a:solidFill>
                    <a:srgbClr val="000000"/>
                  </a:solidFill>
                </a:rPr>
                <a:t>Orange*</a:t>
              </a:r>
              <a:endParaRPr lang="en-GB" sz="900" dirty="0"/>
            </a:p>
          </p:txBody>
        </p:sp>
        <p:sp>
          <p:nvSpPr>
            <p:cNvPr id="71" name="Rectangle 70">
              <a:extLst>
                <a:ext uri="{FF2B5EF4-FFF2-40B4-BE49-F238E27FC236}">
                  <a16:creationId xmlns:a16="http://schemas.microsoft.com/office/drawing/2014/main" id="{778F3BF0-BBEE-622F-1FBB-98A960C2EC77}"/>
                </a:ext>
              </a:extLst>
            </p:cNvPr>
            <p:cNvSpPr/>
            <p:nvPr/>
          </p:nvSpPr>
          <p:spPr bwMode="gray">
            <a:xfrm>
              <a:off x="7499814" y="-674731"/>
              <a:ext cx="414533" cy="414020"/>
            </a:xfrm>
            <a:prstGeom prst="rect">
              <a:avLst/>
            </a:prstGeom>
          </p:spPr>
          <p:txBody>
            <a:bodyPr wrap="square" lIns="0" tIns="0" rIns="0" bIns="0">
              <a:spAutoFit/>
            </a:bodyPr>
            <a:lstStyle/>
            <a:p>
              <a:pPr algn="l"/>
              <a:r>
                <a:rPr lang="en-GB" sz="900" dirty="0">
                  <a:solidFill>
                    <a:srgbClr val="000000"/>
                  </a:solidFill>
                </a:rPr>
                <a:t>R: 245</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157</a:t>
              </a:r>
            </a:p>
            <a:p>
              <a:pPr algn="l"/>
              <a:r>
                <a:rPr lang="en-GB" sz="900" dirty="0">
                  <a:solidFill>
                    <a:srgbClr val="000000"/>
                  </a:solidFill>
                </a:rPr>
                <a:t>B: 33</a:t>
              </a:r>
              <a:endParaRPr lang="en-GB" sz="900" dirty="0"/>
            </a:p>
          </p:txBody>
        </p:sp>
      </p:grpSp>
      <p:grpSp>
        <p:nvGrpSpPr>
          <p:cNvPr id="116" name="Group 115">
            <a:extLst>
              <a:ext uri="{FF2B5EF4-FFF2-40B4-BE49-F238E27FC236}">
                <a16:creationId xmlns:a16="http://schemas.microsoft.com/office/drawing/2014/main" id="{2D013BD2-0283-687B-7AAF-6A07B7DB1C52}"/>
              </a:ext>
            </a:extLst>
          </p:cNvPr>
          <p:cNvGrpSpPr/>
          <p:nvPr userDrawn="1"/>
        </p:nvGrpSpPr>
        <p:grpSpPr>
          <a:xfrm>
            <a:off x="8156493" y="-1323454"/>
            <a:ext cx="480901" cy="1062743"/>
            <a:chOff x="8156493" y="-1323454"/>
            <a:chExt cx="480901" cy="1062743"/>
          </a:xfrm>
        </p:grpSpPr>
        <p:sp>
          <p:nvSpPr>
            <p:cNvPr id="73" name="Rectangle 72">
              <a:extLst>
                <a:ext uri="{FF2B5EF4-FFF2-40B4-BE49-F238E27FC236}">
                  <a16:creationId xmlns:a16="http://schemas.microsoft.com/office/drawing/2014/main" id="{6C973E3C-4041-A30B-7D29-F7A1F9BA50C5}"/>
                </a:ext>
              </a:extLst>
            </p:cNvPr>
            <p:cNvSpPr/>
            <p:nvPr/>
          </p:nvSpPr>
          <p:spPr bwMode="gray">
            <a:xfrm>
              <a:off x="8195813" y="-857439"/>
              <a:ext cx="417849" cy="182708"/>
            </a:xfrm>
            <a:prstGeom prst="rect">
              <a:avLst/>
            </a:prstGeom>
            <a:solidFill>
              <a:srgbClr val="F3D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p>
          </p:txBody>
        </p:sp>
        <p:sp>
          <p:nvSpPr>
            <p:cNvPr id="74" name="Rectangle 73">
              <a:extLst>
                <a:ext uri="{FF2B5EF4-FFF2-40B4-BE49-F238E27FC236}">
                  <a16:creationId xmlns:a16="http://schemas.microsoft.com/office/drawing/2014/main" id="{F0190731-4357-59AD-E82A-BBE1D5220677}"/>
                </a:ext>
              </a:extLst>
            </p:cNvPr>
            <p:cNvSpPr/>
            <p:nvPr/>
          </p:nvSpPr>
          <p:spPr bwMode="gray">
            <a:xfrm>
              <a:off x="8156493" y="-1323454"/>
              <a:ext cx="480901" cy="415498"/>
            </a:xfrm>
            <a:prstGeom prst="rect">
              <a:avLst/>
            </a:prstGeom>
          </p:spPr>
          <p:txBody>
            <a:bodyPr wrap="none" lIns="0" tIns="0" rIns="0" bIns="0">
              <a:spAutoFit/>
            </a:bodyPr>
            <a:lstStyle/>
            <a:p>
              <a:pPr algn="ctr"/>
              <a:r>
                <a:rPr lang="en-GB" sz="900" dirty="0">
                  <a:solidFill>
                    <a:srgbClr val="000000"/>
                  </a:solidFill>
                </a:rPr>
                <a:t>Plymouth</a:t>
              </a:r>
            </a:p>
            <a:p>
              <a:pPr algn="ctr"/>
              <a:r>
                <a:rPr lang="en-GB" sz="900" dirty="0">
                  <a:solidFill>
                    <a:srgbClr val="000000"/>
                  </a:solidFill>
                </a:rPr>
                <a:t>Butter</a:t>
              </a:r>
            </a:p>
            <a:p>
              <a:pPr algn="ctr"/>
              <a:r>
                <a:rPr lang="en-GB" sz="900" dirty="0">
                  <a:solidFill>
                    <a:srgbClr val="000000"/>
                  </a:solidFill>
                </a:rPr>
                <a:t>Yellow</a:t>
              </a:r>
              <a:endParaRPr lang="en-GB" sz="900" dirty="0"/>
            </a:p>
          </p:txBody>
        </p:sp>
        <p:sp>
          <p:nvSpPr>
            <p:cNvPr id="75" name="Rectangle 74">
              <a:extLst>
                <a:ext uri="{FF2B5EF4-FFF2-40B4-BE49-F238E27FC236}">
                  <a16:creationId xmlns:a16="http://schemas.microsoft.com/office/drawing/2014/main" id="{53498028-C5A3-49A2-7B02-BDDBD4A4D2C4}"/>
                </a:ext>
              </a:extLst>
            </p:cNvPr>
            <p:cNvSpPr/>
            <p:nvPr/>
          </p:nvSpPr>
          <p:spPr bwMode="gray">
            <a:xfrm>
              <a:off x="8199129" y="-674731"/>
              <a:ext cx="414533" cy="414020"/>
            </a:xfrm>
            <a:prstGeom prst="rect">
              <a:avLst/>
            </a:prstGeom>
          </p:spPr>
          <p:txBody>
            <a:bodyPr wrap="square" lIns="0" tIns="0" rIns="0" bIns="0">
              <a:spAutoFit/>
            </a:bodyPr>
            <a:lstStyle/>
            <a:p>
              <a:pPr algn="l"/>
              <a:r>
                <a:rPr lang="en-GB" sz="900" dirty="0">
                  <a:solidFill>
                    <a:srgbClr val="000000"/>
                  </a:solidFill>
                </a:rPr>
                <a:t>R: 243</a:t>
              </a:r>
            </a:p>
            <a:p>
              <a:pPr algn="l"/>
              <a:r>
                <a:rPr lang="en-GB" sz="900" dirty="0">
                  <a:solidFill>
                    <a:srgbClr val="000000"/>
                  </a:solidFill>
                </a:rPr>
                <a:t>G:</a:t>
              </a:r>
              <a:r>
                <a:rPr lang="en-GB" sz="900" baseline="0" dirty="0">
                  <a:solidFill>
                    <a:srgbClr val="000000"/>
                  </a:solidFill>
                </a:rPr>
                <a:t> </a:t>
              </a:r>
              <a:r>
                <a:rPr lang="en-GB" sz="900" dirty="0">
                  <a:solidFill>
                    <a:srgbClr val="000000"/>
                  </a:solidFill>
                </a:rPr>
                <a:t>210</a:t>
              </a:r>
            </a:p>
            <a:p>
              <a:pPr algn="l"/>
              <a:r>
                <a:rPr lang="en-GB" sz="900" dirty="0">
                  <a:solidFill>
                    <a:srgbClr val="000000"/>
                  </a:solidFill>
                </a:rPr>
                <a:t>B: 19</a:t>
              </a:r>
              <a:endParaRPr lang="en-GB" sz="900" dirty="0"/>
            </a:p>
          </p:txBody>
        </p:sp>
      </p:grpSp>
      <p:sp>
        <p:nvSpPr>
          <p:cNvPr id="109" name="TextBox 108">
            <a:extLst>
              <a:ext uri="{FF2B5EF4-FFF2-40B4-BE49-F238E27FC236}">
                <a16:creationId xmlns:a16="http://schemas.microsoft.com/office/drawing/2014/main" id="{4A8DAD6C-00B0-E5E9-C4ED-51799A31415A}"/>
              </a:ext>
            </a:extLst>
          </p:cNvPr>
          <p:cNvSpPr txBox="1"/>
          <p:nvPr userDrawn="1"/>
        </p:nvSpPr>
        <p:spPr bwMode="gray">
          <a:xfrm>
            <a:off x="9147178" y="-1046455"/>
            <a:ext cx="2543320" cy="138499"/>
          </a:xfrm>
          <a:prstGeom prst="rect">
            <a:avLst/>
          </a:prstGeom>
          <a:noFill/>
        </p:spPr>
        <p:txBody>
          <a:bodyPr wrap="square" lIns="0" tIns="0" rIns="0" bIns="0" rtlCol="0" anchor="ctr">
            <a:spAutoFit/>
          </a:bodyPr>
          <a:lstStyle/>
          <a:p>
            <a:r>
              <a:rPr lang="en-GB" sz="900" dirty="0">
                <a:solidFill>
                  <a:srgbClr val="000000"/>
                </a:solidFill>
              </a:rPr>
              <a:t>*Denotes already installed on the Colour Palette</a:t>
            </a:r>
          </a:p>
        </p:txBody>
      </p:sp>
      <p:grpSp>
        <p:nvGrpSpPr>
          <p:cNvPr id="36" name="Group 35">
            <a:extLst>
              <a:ext uri="{FF2B5EF4-FFF2-40B4-BE49-F238E27FC236}">
                <a16:creationId xmlns:a16="http://schemas.microsoft.com/office/drawing/2014/main" id="{9093EF22-6753-B82C-3A85-CD78D96C376D}"/>
              </a:ext>
            </a:extLst>
          </p:cNvPr>
          <p:cNvGrpSpPr/>
          <p:nvPr userDrawn="1"/>
        </p:nvGrpSpPr>
        <p:grpSpPr>
          <a:xfrm>
            <a:off x="222045" y="-1187652"/>
            <a:ext cx="526167" cy="584809"/>
            <a:chOff x="222045" y="-1187652"/>
            <a:chExt cx="526167" cy="584809"/>
          </a:xfrm>
        </p:grpSpPr>
        <p:grpSp>
          <p:nvGrpSpPr>
            <p:cNvPr id="30" name="Group 29">
              <a:extLst>
                <a:ext uri="{FF2B5EF4-FFF2-40B4-BE49-F238E27FC236}">
                  <a16:creationId xmlns:a16="http://schemas.microsoft.com/office/drawing/2014/main" id="{9C3A9564-12E0-EC5A-119E-05CEEFD2B73D}"/>
                </a:ext>
              </a:extLst>
            </p:cNvPr>
            <p:cNvGrpSpPr/>
            <p:nvPr userDrawn="1"/>
          </p:nvGrpSpPr>
          <p:grpSpPr bwMode="gray">
            <a:xfrm>
              <a:off x="240646" y="-1187652"/>
              <a:ext cx="507566" cy="500753"/>
              <a:chOff x="624293" y="6006389"/>
              <a:chExt cx="547347" cy="540000"/>
            </a:xfrm>
          </p:grpSpPr>
          <p:sp>
            <p:nvSpPr>
              <p:cNvPr id="27" name="Oval 26">
                <a:extLst>
                  <a:ext uri="{FF2B5EF4-FFF2-40B4-BE49-F238E27FC236}">
                    <a16:creationId xmlns:a16="http://schemas.microsoft.com/office/drawing/2014/main" id="{EE8554F7-819D-1C79-92A6-9A847641F39C}"/>
                  </a:ext>
                </a:extLst>
              </p:cNvPr>
              <p:cNvSpPr>
                <a:spLocks noChangeAspect="1"/>
              </p:cNvSpPr>
              <p:nvPr/>
            </p:nvSpPr>
            <p:spPr bwMode="gray">
              <a:xfrm>
                <a:off x="624293" y="6006389"/>
                <a:ext cx="547347" cy="540000"/>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a:extLst>
                  <a:ext uri="{FF2B5EF4-FFF2-40B4-BE49-F238E27FC236}">
                    <a16:creationId xmlns:a16="http://schemas.microsoft.com/office/drawing/2014/main" id="{B2D3E824-F8F3-C3C1-4CEA-A0724DC8CA4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bwMode="gray">
              <a:xfrm>
                <a:off x="772075" y="6130558"/>
                <a:ext cx="283474" cy="283474"/>
              </a:xfrm>
              <a:prstGeom prst="rect">
                <a:avLst/>
              </a:prstGeom>
            </p:spPr>
          </p:pic>
        </p:grpSp>
        <p:sp>
          <p:nvSpPr>
            <p:cNvPr id="32" name="Freeform 5">
              <a:extLst>
                <a:ext uri="{FF2B5EF4-FFF2-40B4-BE49-F238E27FC236}">
                  <a16:creationId xmlns:a16="http://schemas.microsoft.com/office/drawing/2014/main" id="{868F6D87-D63E-F153-4A3C-F462231F8CD0}"/>
                </a:ext>
              </a:extLst>
            </p:cNvPr>
            <p:cNvSpPr>
              <a:spLocks noEditPoints="1"/>
            </p:cNvSpPr>
            <p:nvPr userDrawn="1"/>
          </p:nvSpPr>
          <p:spPr bwMode="gray">
            <a:xfrm>
              <a:off x="222045" y="-941073"/>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grpSp>
      <p:grpSp>
        <p:nvGrpSpPr>
          <p:cNvPr id="89" name="Group 88">
            <a:extLst>
              <a:ext uri="{FF2B5EF4-FFF2-40B4-BE49-F238E27FC236}">
                <a16:creationId xmlns:a16="http://schemas.microsoft.com/office/drawing/2014/main" id="{BE5E103D-572D-5930-B192-4652363D5257}"/>
              </a:ext>
            </a:extLst>
          </p:cNvPr>
          <p:cNvGrpSpPr/>
          <p:nvPr userDrawn="1"/>
        </p:nvGrpSpPr>
        <p:grpSpPr>
          <a:xfrm>
            <a:off x="1088017" y="7010400"/>
            <a:ext cx="10116602" cy="608260"/>
            <a:chOff x="1088017" y="7010400"/>
            <a:chExt cx="10116602" cy="608260"/>
          </a:xfrm>
        </p:grpSpPr>
        <p:sp>
          <p:nvSpPr>
            <p:cNvPr id="90" name="Rectangle 89">
              <a:extLst>
                <a:ext uri="{FF2B5EF4-FFF2-40B4-BE49-F238E27FC236}">
                  <a16:creationId xmlns:a16="http://schemas.microsoft.com/office/drawing/2014/main" id="{7084BCD4-CFCD-6942-C0CB-A806C1EB31B4}"/>
                </a:ext>
              </a:extLst>
            </p:cNvPr>
            <p:cNvSpPr/>
            <p:nvPr/>
          </p:nvSpPr>
          <p:spPr bwMode="gray">
            <a:xfrm>
              <a:off x="1174135" y="7183186"/>
              <a:ext cx="368759" cy="20745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Rectangle 90">
              <a:extLst>
                <a:ext uri="{FF2B5EF4-FFF2-40B4-BE49-F238E27FC236}">
                  <a16:creationId xmlns:a16="http://schemas.microsoft.com/office/drawing/2014/main" id="{3FC1CB38-AC00-0E58-E850-23AE2B9E11E7}"/>
                </a:ext>
              </a:extLst>
            </p:cNvPr>
            <p:cNvSpPr>
              <a:spLocks noChangeAspect="1"/>
            </p:cNvSpPr>
            <p:nvPr/>
          </p:nvSpPr>
          <p:spPr bwMode="gray">
            <a:xfrm>
              <a:off x="1192458" y="7206236"/>
              <a:ext cx="52029" cy="29270"/>
            </a:xfrm>
            <a:prstGeom prst="rect">
              <a:avLst/>
            </a:prstGeom>
            <a:solidFill>
              <a:srgbClr val="00000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a:extLst>
                <a:ext uri="{FF2B5EF4-FFF2-40B4-BE49-F238E27FC236}">
                  <a16:creationId xmlns:a16="http://schemas.microsoft.com/office/drawing/2014/main" id="{2F03B16A-41D6-5A46-3BBC-941BE96063ED}"/>
                </a:ext>
              </a:extLst>
            </p:cNvPr>
            <p:cNvSpPr>
              <a:spLocks noChangeAspect="1"/>
            </p:cNvSpPr>
            <p:nvPr/>
          </p:nvSpPr>
          <p:spPr bwMode="gray">
            <a:xfrm>
              <a:off x="1192458" y="7259925"/>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ectangle 92">
              <a:extLst>
                <a:ext uri="{FF2B5EF4-FFF2-40B4-BE49-F238E27FC236}">
                  <a16:creationId xmlns:a16="http://schemas.microsoft.com/office/drawing/2014/main" id="{DB169838-18E3-6966-9E24-B9472CBA82A1}"/>
                </a:ext>
              </a:extLst>
            </p:cNvPr>
            <p:cNvSpPr>
              <a:spLocks noChangeAspect="1"/>
            </p:cNvSpPr>
            <p:nvPr/>
          </p:nvSpPr>
          <p:spPr bwMode="gray">
            <a:xfrm>
              <a:off x="1192458" y="7313614"/>
              <a:ext cx="52029" cy="29270"/>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93">
              <a:extLst>
                <a:ext uri="{FF2B5EF4-FFF2-40B4-BE49-F238E27FC236}">
                  <a16:creationId xmlns:a16="http://schemas.microsoft.com/office/drawing/2014/main" id="{B64ACAE2-CF37-808F-E74C-EB4D16FAB5C0}"/>
                </a:ext>
              </a:extLst>
            </p:cNvPr>
            <p:cNvSpPr>
              <a:spLocks/>
            </p:cNvSpPr>
            <p:nvPr/>
          </p:nvSpPr>
          <p:spPr bwMode="gray">
            <a:xfrm>
              <a:off x="1192458" y="7367303"/>
              <a:ext cx="52029" cy="23047"/>
            </a:xfrm>
            <a:prstGeom prst="rect">
              <a:avLst/>
            </a:prstGeom>
            <a:no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5" name="Straight Connector 94">
              <a:extLst>
                <a:ext uri="{FF2B5EF4-FFF2-40B4-BE49-F238E27FC236}">
                  <a16:creationId xmlns:a16="http://schemas.microsoft.com/office/drawing/2014/main" id="{F039B36C-195D-CD5A-DB3A-7539E8C71BC9}"/>
                </a:ext>
              </a:extLst>
            </p:cNvPr>
            <p:cNvCxnSpPr>
              <a:cxnSpLocks/>
            </p:cNvCxnSpPr>
            <p:nvPr/>
          </p:nvCxnSpPr>
          <p:spPr bwMode="gray">
            <a:xfrm>
              <a:off x="1266335" y="7183186"/>
              <a:ext cx="0" cy="20745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96" name="Rectangle 95">
              <a:extLst>
                <a:ext uri="{FF2B5EF4-FFF2-40B4-BE49-F238E27FC236}">
                  <a16:creationId xmlns:a16="http://schemas.microsoft.com/office/drawing/2014/main" id="{23C93815-0D28-D93E-78CE-7AB6BE8647AB}"/>
                </a:ext>
              </a:extLst>
            </p:cNvPr>
            <p:cNvSpPr>
              <a:spLocks noChangeAspect="1"/>
            </p:cNvSpPr>
            <p:nvPr/>
          </p:nvSpPr>
          <p:spPr bwMode="gray">
            <a:xfrm>
              <a:off x="1312443" y="7209747"/>
              <a:ext cx="173433" cy="97567"/>
            </a:xfrm>
            <a:prstGeom prst="rect">
              <a:avLst/>
            </a:prstGeom>
            <a:solidFill>
              <a:srgbClr val="00000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7" name="Straight Connector 96">
              <a:extLst>
                <a:ext uri="{FF2B5EF4-FFF2-40B4-BE49-F238E27FC236}">
                  <a16:creationId xmlns:a16="http://schemas.microsoft.com/office/drawing/2014/main" id="{D5AC102E-A335-1E39-32BF-95EDE79F1D47}"/>
                </a:ext>
              </a:extLst>
            </p:cNvPr>
            <p:cNvCxnSpPr/>
            <p:nvPr/>
          </p:nvCxnSpPr>
          <p:spPr bwMode="gray">
            <a:xfrm>
              <a:off x="1330010" y="7231771"/>
              <a:ext cx="1383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D4E7B434-4830-E01D-C63B-CF0E56F06F7E}"/>
                </a:ext>
              </a:extLst>
            </p:cNvPr>
            <p:cNvCxnSpPr>
              <a:cxnSpLocks/>
            </p:cNvCxnSpPr>
            <p:nvPr/>
          </p:nvCxnSpPr>
          <p:spPr bwMode="gray">
            <a:xfrm>
              <a:off x="1370098" y="7257825"/>
              <a:ext cx="98211"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D73A8DCE-A9FE-1A47-9EE4-7266CC3CD870}"/>
                </a:ext>
              </a:extLst>
            </p:cNvPr>
            <p:cNvCxnSpPr>
              <a:cxnSpLocks/>
            </p:cNvCxnSpPr>
            <p:nvPr/>
          </p:nvCxnSpPr>
          <p:spPr bwMode="gray">
            <a:xfrm>
              <a:off x="1370102" y="7284780"/>
              <a:ext cx="98211"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9DEC6436-852E-E9DD-9B17-E9CAC9BD382E}"/>
                </a:ext>
              </a:extLst>
            </p:cNvPr>
            <p:cNvCxnSpPr>
              <a:cxnSpLocks/>
            </p:cNvCxnSpPr>
            <p:nvPr/>
          </p:nvCxnSpPr>
          <p:spPr bwMode="gray">
            <a:xfrm>
              <a:off x="1330008" y="7258531"/>
              <a:ext cx="23047"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FDE7EC2-CE09-B765-11B7-16A1CC06C01F}"/>
                </a:ext>
              </a:extLst>
            </p:cNvPr>
            <p:cNvCxnSpPr>
              <a:cxnSpLocks/>
            </p:cNvCxnSpPr>
            <p:nvPr/>
          </p:nvCxnSpPr>
          <p:spPr bwMode="gray">
            <a:xfrm>
              <a:off x="1330072" y="7284780"/>
              <a:ext cx="23047"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5A516664-423F-081B-4998-6502C2AA9F9D}"/>
                </a:ext>
              </a:extLst>
            </p:cNvPr>
            <p:cNvCxnSpPr>
              <a:cxnSpLocks/>
            </p:cNvCxnSpPr>
            <p:nvPr/>
          </p:nvCxnSpPr>
          <p:spPr bwMode="gray">
            <a:xfrm flipH="1">
              <a:off x="1266335" y="7342884"/>
              <a:ext cx="276569" cy="0"/>
            </a:xfrm>
            <a:prstGeom prst="line">
              <a:avLst/>
            </a:prstGeom>
            <a:ln w="12700">
              <a:solidFill>
                <a:srgbClr val="000000"/>
              </a:solidFill>
            </a:ln>
          </p:spPr>
          <p:style>
            <a:lnRef idx="1">
              <a:schemeClr val="accent1"/>
            </a:lnRef>
            <a:fillRef idx="0">
              <a:schemeClr val="accent1"/>
            </a:fillRef>
            <a:effectRef idx="0">
              <a:schemeClr val="accent1"/>
            </a:effectRef>
            <a:fontRef idx="minor">
              <a:schemeClr val="tx1"/>
            </a:fontRef>
          </p:style>
        </p:cxnSp>
        <p:sp>
          <p:nvSpPr>
            <p:cNvPr id="103" name="Donut 24">
              <a:extLst>
                <a:ext uri="{FF2B5EF4-FFF2-40B4-BE49-F238E27FC236}">
                  <a16:creationId xmlns:a16="http://schemas.microsoft.com/office/drawing/2014/main" id="{35AE4432-B14C-7237-4A6D-8AD54AE54E3E}"/>
                </a:ext>
              </a:extLst>
            </p:cNvPr>
            <p:cNvSpPr/>
            <p:nvPr/>
          </p:nvSpPr>
          <p:spPr bwMode="gray">
            <a:xfrm>
              <a:off x="1099644" y="7010400"/>
              <a:ext cx="540060" cy="540060"/>
            </a:xfrm>
            <a:prstGeom prst="donut">
              <a:avLst>
                <a:gd name="adj" fmla="val 70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4" name="Freeform 5">
              <a:extLst>
                <a:ext uri="{FF2B5EF4-FFF2-40B4-BE49-F238E27FC236}">
                  <a16:creationId xmlns:a16="http://schemas.microsoft.com/office/drawing/2014/main" id="{8C0790DD-D237-014C-20D7-6AC2DD8C3C67}"/>
                </a:ext>
              </a:extLst>
            </p:cNvPr>
            <p:cNvSpPr>
              <a:spLocks noEditPoints="1"/>
            </p:cNvSpPr>
            <p:nvPr/>
          </p:nvSpPr>
          <p:spPr bwMode="gray">
            <a:xfrm>
              <a:off x="1088017" y="7280430"/>
              <a:ext cx="155642" cy="338230"/>
            </a:xfrm>
            <a:custGeom>
              <a:avLst/>
              <a:gdLst>
                <a:gd name="T0" fmla="*/ 469 w 613"/>
                <a:gd name="T1" fmla="*/ 0 h 1333"/>
                <a:gd name="T2" fmla="*/ 603 w 613"/>
                <a:gd name="T3" fmla="*/ 131 h 1333"/>
                <a:gd name="T4" fmla="*/ 424 w 613"/>
                <a:gd name="T5" fmla="*/ 298 h 1333"/>
                <a:gd name="T6" fmla="*/ 293 w 613"/>
                <a:gd name="T7" fmla="*/ 165 h 1333"/>
                <a:gd name="T8" fmla="*/ 469 w 613"/>
                <a:gd name="T9" fmla="*/ 0 h 1333"/>
                <a:gd name="T10" fmla="*/ 194 w 613"/>
                <a:gd name="T11" fmla="*/ 1333 h 1333"/>
                <a:gd name="T12" fmla="*/ 121 w 613"/>
                <a:gd name="T13" fmla="*/ 1098 h 1333"/>
                <a:gd name="T14" fmla="*/ 202 w 613"/>
                <a:gd name="T15" fmla="*/ 759 h 1333"/>
                <a:gd name="T16" fmla="*/ 202 w 613"/>
                <a:gd name="T17" fmla="*/ 683 h 1333"/>
                <a:gd name="T18" fmla="*/ 35 w 613"/>
                <a:gd name="T19" fmla="*/ 757 h 1333"/>
                <a:gd name="T20" fmla="*/ 0 w 613"/>
                <a:gd name="T21" fmla="*/ 699 h 1333"/>
                <a:gd name="T22" fmla="*/ 453 w 613"/>
                <a:gd name="T23" fmla="*/ 468 h 1333"/>
                <a:gd name="T24" fmla="*/ 500 w 613"/>
                <a:gd name="T25" fmla="*/ 683 h 1333"/>
                <a:gd name="T26" fmla="*/ 408 w 613"/>
                <a:gd name="T27" fmla="*/ 1040 h 1333"/>
                <a:gd name="T28" fmla="*/ 415 w 613"/>
                <a:gd name="T29" fmla="*/ 1125 h 1333"/>
                <a:gd name="T30" fmla="*/ 573 w 613"/>
                <a:gd name="T31" fmla="*/ 1044 h 1333"/>
                <a:gd name="T32" fmla="*/ 613 w 613"/>
                <a:gd name="T33" fmla="*/ 1098 h 1333"/>
                <a:gd name="T34" fmla="*/ 194 w 613"/>
                <a:gd name="T35" fmla="*/ 1333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3" h="1333">
                  <a:moveTo>
                    <a:pt x="469" y="0"/>
                  </a:moveTo>
                  <a:cubicBezTo>
                    <a:pt x="558" y="0"/>
                    <a:pt x="603" y="61"/>
                    <a:pt x="603" y="131"/>
                  </a:cubicBezTo>
                  <a:cubicBezTo>
                    <a:pt x="603" y="217"/>
                    <a:pt x="525" y="298"/>
                    <a:pt x="424" y="298"/>
                  </a:cubicBezTo>
                  <a:cubicBezTo>
                    <a:pt x="340" y="298"/>
                    <a:pt x="290" y="248"/>
                    <a:pt x="293" y="165"/>
                  </a:cubicBezTo>
                  <a:cubicBezTo>
                    <a:pt x="293" y="96"/>
                    <a:pt x="351" y="0"/>
                    <a:pt x="469" y="0"/>
                  </a:cubicBezTo>
                  <a:close/>
                  <a:moveTo>
                    <a:pt x="194" y="1333"/>
                  </a:moveTo>
                  <a:cubicBezTo>
                    <a:pt x="123" y="1333"/>
                    <a:pt x="72" y="1290"/>
                    <a:pt x="121" y="1098"/>
                  </a:cubicBezTo>
                  <a:lnTo>
                    <a:pt x="202" y="759"/>
                  </a:lnTo>
                  <a:cubicBezTo>
                    <a:pt x="216" y="705"/>
                    <a:pt x="218" y="683"/>
                    <a:pt x="202" y="683"/>
                  </a:cubicBezTo>
                  <a:cubicBezTo>
                    <a:pt x="181" y="683"/>
                    <a:pt x="89" y="721"/>
                    <a:pt x="35" y="757"/>
                  </a:cubicBezTo>
                  <a:lnTo>
                    <a:pt x="0" y="699"/>
                  </a:lnTo>
                  <a:cubicBezTo>
                    <a:pt x="171" y="553"/>
                    <a:pt x="369" y="468"/>
                    <a:pt x="453" y="468"/>
                  </a:cubicBezTo>
                  <a:cubicBezTo>
                    <a:pt x="524" y="468"/>
                    <a:pt x="536" y="552"/>
                    <a:pt x="500" y="683"/>
                  </a:cubicBezTo>
                  <a:lnTo>
                    <a:pt x="408" y="1040"/>
                  </a:lnTo>
                  <a:cubicBezTo>
                    <a:pt x="391" y="1103"/>
                    <a:pt x="398" y="1125"/>
                    <a:pt x="415" y="1125"/>
                  </a:cubicBezTo>
                  <a:cubicBezTo>
                    <a:pt x="436" y="1125"/>
                    <a:pt x="505" y="1098"/>
                    <a:pt x="573" y="1044"/>
                  </a:cubicBezTo>
                  <a:lnTo>
                    <a:pt x="613" y="1098"/>
                  </a:lnTo>
                  <a:cubicBezTo>
                    <a:pt x="446" y="1268"/>
                    <a:pt x="264" y="1333"/>
                    <a:pt x="194" y="133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a:p>
          </p:txBody>
        </p:sp>
        <p:sp>
          <p:nvSpPr>
            <p:cNvPr id="105" name="TextBox 104">
              <a:extLst>
                <a:ext uri="{FF2B5EF4-FFF2-40B4-BE49-F238E27FC236}">
                  <a16:creationId xmlns:a16="http://schemas.microsoft.com/office/drawing/2014/main" id="{727839D0-426E-1E48-FFF8-BDEF3FB1460B}"/>
                </a:ext>
              </a:extLst>
            </p:cNvPr>
            <p:cNvSpPr txBox="1"/>
            <p:nvPr/>
          </p:nvSpPr>
          <p:spPr bwMode="gray">
            <a:xfrm>
              <a:off x="1831586" y="7010400"/>
              <a:ext cx="9373033" cy="484748"/>
            </a:xfrm>
            <a:prstGeom prst="rect">
              <a:avLst/>
            </a:prstGeom>
            <a:noFill/>
          </p:spPr>
          <p:txBody>
            <a:bodyPr wrap="square" lIns="0" tIns="0" rIns="0" bIns="0" rtlCol="0">
              <a:spAutoFit/>
            </a:bodyPr>
            <a:lstStyle/>
            <a:p>
              <a:r>
                <a:rPr lang="en-GB" sz="1050" dirty="0">
                  <a:solidFill>
                    <a:srgbClr val="000000"/>
                  </a:solidFill>
                </a:rPr>
                <a:t>A number of pre-designed layouts have been created for this presentation. To choose the right layout go to</a:t>
              </a:r>
            </a:p>
            <a:p>
              <a:r>
                <a:rPr lang="en-GB" sz="1050" dirty="0">
                  <a:solidFill>
                    <a:srgbClr val="000000"/>
                  </a:solidFill>
                </a:rPr>
                <a:t>&gt;View   &gt;Normal   &gt;Right Click over the thumbnail of the slide on the left of the screen   &gt;Layout   (Choose the most appropriate layout for your slide content)</a:t>
              </a:r>
            </a:p>
            <a:p>
              <a:endParaRPr lang="en-GB" sz="1050" dirty="0">
                <a:solidFill>
                  <a:srgbClr val="000000"/>
                </a:solidFill>
              </a:endParaRPr>
            </a:p>
          </p:txBody>
        </p:sp>
      </p:grpSp>
    </p:spTree>
    <p:extLst>
      <p:ext uri="{BB962C8B-B14F-4D97-AF65-F5344CB8AC3E}">
        <p14:creationId xmlns:p14="http://schemas.microsoft.com/office/powerpoint/2010/main" val="1226319198"/>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b="1" kern="1200" cap="all" baseline="0">
          <a:solidFill>
            <a:schemeClr val="tx1"/>
          </a:solidFill>
          <a:latin typeface="+mj-lt"/>
          <a:ea typeface="+mj-ea"/>
          <a:cs typeface="+mj-cs"/>
        </a:defRPr>
      </a:lvl1pPr>
    </p:titleStyle>
    <p:bodyStyle>
      <a:lvl1pPr marL="0" indent="0" algn="l" defTabSz="914400" rtl="0" eaLnBrk="1" latinLnBrk="0" hangingPunct="1">
        <a:lnSpc>
          <a:spcPct val="90000"/>
        </a:lnSpc>
        <a:spcBef>
          <a:spcPts val="0"/>
        </a:spcBef>
        <a:spcAft>
          <a:spcPts val="1500"/>
        </a:spcAft>
        <a:buFont typeface="Arial" panose="020B0604020202020204" pitchFamily="34" charset="0"/>
        <a:buNone/>
        <a:defRPr sz="2000" kern="1200">
          <a:solidFill>
            <a:schemeClr val="tx1"/>
          </a:solidFill>
          <a:latin typeface="+mn-lt"/>
          <a:ea typeface="+mn-ea"/>
          <a:cs typeface="+mn-cs"/>
        </a:defRPr>
      </a:lvl1pPr>
      <a:lvl2pPr marL="342000" indent="-342000" algn="l" defTabSz="914400" rtl="0" eaLnBrk="1" latinLnBrk="0" hangingPunct="1">
        <a:lnSpc>
          <a:spcPct val="90000"/>
        </a:lnSpc>
        <a:spcBef>
          <a:spcPts val="0"/>
        </a:spcBef>
        <a:spcAft>
          <a:spcPts val="800"/>
        </a:spcAft>
        <a:buClr>
          <a:schemeClr val="tx1"/>
        </a:buClr>
        <a:buFont typeface="Arial" panose="020B0604020202020204" pitchFamily="34" charset="0"/>
        <a:buChar char="•"/>
        <a:defRPr sz="2000" kern="1200">
          <a:solidFill>
            <a:schemeClr val="tx1"/>
          </a:solidFill>
          <a:latin typeface="+mn-lt"/>
          <a:ea typeface="+mn-ea"/>
          <a:cs typeface="+mn-cs"/>
        </a:defRPr>
      </a:lvl2pPr>
      <a:lvl3pPr marL="684000" indent="-342000" algn="l" defTabSz="914400" rtl="0" eaLnBrk="1" latinLnBrk="0" hangingPunct="1">
        <a:lnSpc>
          <a:spcPct val="90000"/>
        </a:lnSpc>
        <a:spcBef>
          <a:spcPts val="0"/>
        </a:spcBef>
        <a:spcAft>
          <a:spcPts val="600"/>
        </a:spcAft>
        <a:buClr>
          <a:schemeClr val="tx1"/>
        </a:buClr>
        <a:buFont typeface="Wingdings" panose="05000000000000000000" pitchFamily="2" charset="2"/>
        <a:buChar char="Ø"/>
        <a:defRPr sz="1800" kern="1200">
          <a:solidFill>
            <a:schemeClr val="tx1"/>
          </a:solidFill>
          <a:latin typeface="+mn-lt"/>
          <a:ea typeface="+mn-ea"/>
          <a:cs typeface="+mn-cs"/>
        </a:defRPr>
      </a:lvl3pPr>
      <a:lvl4pPr marL="1026000" indent="-342000" algn="l" defTabSz="914400" rtl="0" eaLnBrk="1" latinLnBrk="0" hangingPunct="1">
        <a:lnSpc>
          <a:spcPct val="90000"/>
        </a:lnSpc>
        <a:spcBef>
          <a:spcPts val="0"/>
        </a:spcBef>
        <a:spcAft>
          <a:spcPts val="400"/>
        </a:spcAft>
        <a:buClr>
          <a:schemeClr val="tx1"/>
        </a:buClr>
        <a:buFont typeface="Wingdings" panose="05000000000000000000" pitchFamily="2" charset="2"/>
        <a:buChar char="v"/>
        <a:defRPr sz="1600" kern="1200">
          <a:solidFill>
            <a:schemeClr val="tx1"/>
          </a:solidFill>
          <a:latin typeface="+mn-lt"/>
          <a:ea typeface="+mn-ea"/>
          <a:cs typeface="+mn-cs"/>
        </a:defRPr>
      </a:lvl4pPr>
      <a:lvl5pPr marL="1368000" indent="-342000" algn="l" defTabSz="914400" rtl="0" eaLnBrk="1" latinLnBrk="0" hangingPunct="1">
        <a:lnSpc>
          <a:spcPct val="90000"/>
        </a:lnSpc>
        <a:spcBef>
          <a:spcPts val="0"/>
        </a:spcBef>
        <a:spcAft>
          <a:spcPts val="400"/>
        </a:spcAft>
        <a:buClr>
          <a:schemeClr val="tx1"/>
        </a:buClr>
        <a:buFont typeface="Courier New" panose="02070309020205020404" pitchFamily="49" charset="0"/>
        <a:buChar char="o"/>
        <a:defRPr sz="1400" kern="1200">
          <a:solidFill>
            <a:schemeClr val="tx1"/>
          </a:solidFill>
          <a:latin typeface="+mn-lt"/>
          <a:ea typeface="+mn-ea"/>
          <a:cs typeface="+mn-cs"/>
        </a:defRPr>
      </a:lvl5pPr>
      <a:lvl6pPr marL="342900" indent="-342900" algn="l" defTabSz="914400" rtl="0" eaLnBrk="1" latinLnBrk="0" hangingPunct="1">
        <a:lnSpc>
          <a:spcPct val="90000"/>
        </a:lnSpc>
        <a:spcBef>
          <a:spcPts val="500"/>
        </a:spcBef>
        <a:buClr>
          <a:schemeClr val="tx1"/>
        </a:buClr>
        <a:buFont typeface="+mj-lt"/>
        <a:buAutoNum type="arabicPeriod"/>
        <a:defRPr sz="1800" kern="1200">
          <a:solidFill>
            <a:schemeClr val="tx1"/>
          </a:solidFill>
          <a:latin typeface="+mn-lt"/>
          <a:ea typeface="+mn-ea"/>
          <a:cs typeface="+mn-cs"/>
        </a:defRPr>
      </a:lvl6pPr>
      <a:lvl7pPr marL="630238" indent="-342900" algn="l" defTabSz="914400" rtl="0" eaLnBrk="1" latinLnBrk="0" hangingPunct="1">
        <a:lnSpc>
          <a:spcPct val="90000"/>
        </a:lnSpc>
        <a:spcBef>
          <a:spcPts val="500"/>
        </a:spcBef>
        <a:buClr>
          <a:schemeClr val="tx1"/>
        </a:buClr>
        <a:buFont typeface="+mj-lt"/>
        <a:buAutoNum type="alphaLcPeriod"/>
        <a:defRPr sz="1600" kern="1200">
          <a:solidFill>
            <a:schemeClr val="tx1"/>
          </a:solidFill>
          <a:latin typeface="+mn-lt"/>
          <a:ea typeface="+mn-ea"/>
          <a:cs typeface="+mn-cs"/>
        </a:defRPr>
      </a:lvl7pPr>
      <a:lvl8pPr marL="0" indent="0" algn="l" defTabSz="914400" rtl="0" eaLnBrk="1" latinLnBrk="0" hangingPunct="1">
        <a:lnSpc>
          <a:spcPct val="90000"/>
        </a:lnSpc>
        <a:spcBef>
          <a:spcPts val="800"/>
        </a:spcBef>
        <a:spcAft>
          <a:spcPts val="800"/>
        </a:spcAft>
        <a:buFont typeface="Arial" panose="020B0604020202020204" pitchFamily="34" charset="0"/>
        <a:buNone/>
        <a:defRPr sz="1800" b="1" kern="1200">
          <a:solidFill>
            <a:schemeClr val="tx1"/>
          </a:solidFill>
          <a:latin typeface="+mn-lt"/>
          <a:ea typeface="+mn-ea"/>
          <a:cs typeface="+mn-cs"/>
        </a:defRPr>
      </a:lvl8pPr>
      <a:lvl9pPr marL="0" indent="0" algn="l" defTabSz="914400" rtl="0" eaLnBrk="1" latinLnBrk="0" hangingPunct="1">
        <a:lnSpc>
          <a:spcPct val="90000"/>
        </a:lnSpc>
        <a:spcBef>
          <a:spcPts val="400"/>
        </a:spcBef>
        <a:spcAft>
          <a:spcPts val="400"/>
        </a:spcAft>
        <a:buFont typeface="Arial" panose="020B0604020202020204" pitchFamily="34" charset="0"/>
        <a:buNone/>
        <a:defRPr sz="1400" kern="1200" cap="all"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33" userDrawn="1">
          <p15:clr>
            <a:srgbClr val="F26B43"/>
          </p15:clr>
        </p15:guide>
        <p15:guide id="5" orient="horz" pos="3407" userDrawn="1">
          <p15:clr>
            <a:srgbClr val="F26B43"/>
          </p15:clr>
        </p15:guide>
        <p15:guide id="6" orient="horz" pos="4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craig.mcneile@plymouth.ac.uk"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BFBFA680-99CB-19AD-597D-CBC46AC3A47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18EF100-BDB2-D254-487A-54CBC773ED30}"/>
              </a:ext>
            </a:extLst>
          </p:cNvPr>
          <p:cNvSpPr>
            <a:spLocks noGrp="1"/>
          </p:cNvSpPr>
          <p:nvPr>
            <p:ph type="title"/>
          </p:nvPr>
        </p:nvSpPr>
        <p:spPr/>
        <p:txBody>
          <a:bodyPr/>
          <a:lstStyle/>
          <a:p>
            <a:br>
              <a:rPr lang="en-GB" dirty="0"/>
            </a:br>
            <a:endParaRPr lang="en-GB" dirty="0">
              <a:cs typeface="Arial"/>
            </a:endParaRPr>
          </a:p>
        </p:txBody>
      </p:sp>
      <p:sp>
        <p:nvSpPr>
          <p:cNvPr id="2" name="Date Placeholder 1">
            <a:extLst>
              <a:ext uri="{FF2B5EF4-FFF2-40B4-BE49-F238E27FC236}">
                <a16:creationId xmlns:a16="http://schemas.microsoft.com/office/drawing/2014/main" id="{5A5A2375-38B3-D34A-5B33-8615631AD0B2}"/>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76443629-8AA1-E178-E56C-DFF3998D175E}"/>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E58FB921-4283-0C0A-2912-01238CF686CC}"/>
              </a:ext>
            </a:extLst>
          </p:cNvPr>
          <p:cNvSpPr>
            <a:spLocks noGrp="1"/>
          </p:cNvSpPr>
          <p:nvPr>
            <p:ph type="sldNum" sz="quarter" idx="12"/>
          </p:nvPr>
        </p:nvSpPr>
        <p:spPr/>
        <p:txBody>
          <a:bodyPr/>
          <a:lstStyle/>
          <a:p>
            <a:fld id="{FC35CEA3-87EB-447D-B809-4C40576A5817}" type="slidenum">
              <a:rPr lang="en-GB" smtClean="0"/>
              <a:t>1</a:t>
            </a:fld>
            <a:endParaRPr lang="en-GB" dirty="0"/>
          </a:p>
        </p:txBody>
      </p:sp>
      <p:sp>
        <p:nvSpPr>
          <p:cNvPr id="5" name="Text Placeholder 4">
            <a:extLst>
              <a:ext uri="{FF2B5EF4-FFF2-40B4-BE49-F238E27FC236}">
                <a16:creationId xmlns:a16="http://schemas.microsoft.com/office/drawing/2014/main" id="{1C36181C-DB9F-B222-C8F9-D0C10925CCEF}"/>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407FA15F-B783-441E-A6BF-612AF06BD73A}"/>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843AD1A9-7E7C-3FC2-1085-3EF0A2825158}"/>
              </a:ext>
            </a:extLst>
          </p:cNvPr>
          <p:cNvSpPr txBox="1"/>
          <p:nvPr/>
        </p:nvSpPr>
        <p:spPr>
          <a:xfrm>
            <a:off x="754790" y="1968500"/>
            <a:ext cx="6532605" cy="81868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800">
                <a:ea typeface="+mn-lt"/>
                <a:cs typeface="+mn-lt"/>
              </a:rPr>
              <a:t>Careers opportunities with a degree in</a:t>
            </a:r>
            <a:endParaRPr lang="en-US" sz="2800">
              <a:cs typeface="Arial"/>
            </a:endParaRPr>
          </a:p>
          <a:p>
            <a:pPr>
              <a:lnSpc>
                <a:spcPct val="90000"/>
              </a:lnSpc>
              <a:spcAft>
                <a:spcPts val="1500"/>
              </a:spcAft>
            </a:pPr>
            <a:r>
              <a:rPr lang="en-US" sz="2800">
                <a:ea typeface="+mn-lt"/>
                <a:cs typeface="+mn-lt"/>
              </a:rPr>
              <a:t>Mathematics or Data Science</a:t>
            </a:r>
            <a:endParaRPr lang="en-US" sz="2800"/>
          </a:p>
        </p:txBody>
      </p:sp>
      <p:sp>
        <p:nvSpPr>
          <p:cNvPr id="9" name="TextBox 8">
            <a:extLst>
              <a:ext uri="{FF2B5EF4-FFF2-40B4-BE49-F238E27FC236}">
                <a16:creationId xmlns:a16="http://schemas.microsoft.com/office/drawing/2014/main" id="{BAE006EA-75CC-D7BD-FF97-A4AC830EA712}"/>
              </a:ext>
            </a:extLst>
          </p:cNvPr>
          <p:cNvSpPr txBox="1"/>
          <p:nvPr/>
        </p:nvSpPr>
        <p:spPr>
          <a:xfrm>
            <a:off x="751412" y="3695699"/>
            <a:ext cx="5532341" cy="116955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Dr Craig McNeile</a:t>
            </a:r>
            <a:endParaRPr lang="en-US"/>
          </a:p>
          <a:p>
            <a:r>
              <a:rPr lang="en-US" sz="2000" dirty="0">
                <a:ea typeface="+mn-lt"/>
                <a:cs typeface="+mn-lt"/>
                <a:hlinkClick r:id="rId3"/>
              </a:rPr>
              <a:t>craig.mcneile@plymouth.ac.uk</a:t>
            </a:r>
            <a:endParaRPr lang="en-US"/>
          </a:p>
          <a:p>
            <a:pPr>
              <a:lnSpc>
                <a:spcPct val="90000"/>
              </a:lnSpc>
              <a:spcAft>
                <a:spcPts val="1500"/>
              </a:spcAft>
            </a:pPr>
            <a:r>
              <a:rPr lang="en-US" sz="2000">
                <a:ea typeface="+mn-lt"/>
                <a:cs typeface="+mn-lt"/>
              </a:rPr>
              <a:t>School of Engineering, Computing and Mathematics</a:t>
            </a:r>
            <a:endParaRPr lang="en-US"/>
          </a:p>
        </p:txBody>
      </p:sp>
      <p:pic>
        <p:nvPicPr>
          <p:cNvPr id="8" name="Picture 7" descr="A person writing on a whiteboard&#10;&#10;AI-generated content may be incorrect.">
            <a:extLst>
              <a:ext uri="{FF2B5EF4-FFF2-40B4-BE49-F238E27FC236}">
                <a16:creationId xmlns:a16="http://schemas.microsoft.com/office/drawing/2014/main" id="{5222C745-5DAD-67CB-00EA-FCDC2677C398}"/>
              </a:ext>
            </a:extLst>
          </p:cNvPr>
          <p:cNvPicPr>
            <a:picLocks noChangeAspect="1"/>
          </p:cNvPicPr>
          <p:nvPr/>
        </p:nvPicPr>
        <p:blipFill>
          <a:blip r:embed="rId4"/>
          <a:stretch>
            <a:fillRect/>
          </a:stretch>
        </p:blipFill>
        <p:spPr>
          <a:xfrm>
            <a:off x="6951784" y="1325073"/>
            <a:ext cx="4021016" cy="3387238"/>
          </a:xfrm>
          <a:prstGeom prst="rect">
            <a:avLst/>
          </a:prstGeom>
        </p:spPr>
      </p:pic>
    </p:spTree>
    <p:extLst>
      <p:ext uri="{BB962C8B-B14F-4D97-AF65-F5344CB8AC3E}">
        <p14:creationId xmlns:p14="http://schemas.microsoft.com/office/powerpoint/2010/main" val="3126104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4F91D3FA-A686-97D6-2F4C-8E797221DA4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41D97E3-12B1-129C-ACC3-2378EA268405}"/>
              </a:ext>
            </a:extLst>
          </p:cNvPr>
          <p:cNvSpPr>
            <a:spLocks noGrp="1"/>
          </p:cNvSpPr>
          <p:nvPr>
            <p:ph type="title"/>
          </p:nvPr>
        </p:nvSpPr>
        <p:spPr/>
        <p:txBody>
          <a:bodyPr/>
          <a:lstStyle/>
          <a:p>
            <a:br>
              <a:rPr lang="en-GB" dirty="0">
                <a:cs typeface="Arial"/>
              </a:rPr>
            </a:br>
            <a:endParaRPr lang="en-GB" dirty="0">
              <a:cs typeface="Arial"/>
            </a:endParaRPr>
          </a:p>
        </p:txBody>
      </p:sp>
      <p:sp>
        <p:nvSpPr>
          <p:cNvPr id="2" name="Date Placeholder 1">
            <a:extLst>
              <a:ext uri="{FF2B5EF4-FFF2-40B4-BE49-F238E27FC236}">
                <a16:creationId xmlns:a16="http://schemas.microsoft.com/office/drawing/2014/main" id="{1EE50740-0DF1-B5E8-EB83-41244E3B6DBD}"/>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96896A8D-3D8E-85EB-1931-5B9D424EAC3E}"/>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4B6995EE-5182-3FCB-1C13-EEFEA232C0C7}"/>
              </a:ext>
            </a:extLst>
          </p:cNvPr>
          <p:cNvSpPr>
            <a:spLocks noGrp="1"/>
          </p:cNvSpPr>
          <p:nvPr>
            <p:ph type="sldNum" sz="quarter" idx="12"/>
          </p:nvPr>
        </p:nvSpPr>
        <p:spPr/>
        <p:txBody>
          <a:bodyPr/>
          <a:lstStyle/>
          <a:p>
            <a:fld id="{FC35CEA3-87EB-447D-B809-4C40576A5817}" type="slidenum">
              <a:rPr lang="en-GB" smtClean="0"/>
              <a:t>2</a:t>
            </a:fld>
            <a:endParaRPr lang="en-GB" dirty="0"/>
          </a:p>
        </p:txBody>
      </p:sp>
      <p:sp>
        <p:nvSpPr>
          <p:cNvPr id="5" name="Text Placeholder 4">
            <a:extLst>
              <a:ext uri="{FF2B5EF4-FFF2-40B4-BE49-F238E27FC236}">
                <a16:creationId xmlns:a16="http://schemas.microsoft.com/office/drawing/2014/main" id="{28FD4520-31DC-68E9-378E-5A37B1B66E74}"/>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28EA26F1-A16E-C2C7-E484-6BD5E2E32B23}"/>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82507A34-D4AD-1989-26C7-EE053E4A9046}"/>
              </a:ext>
            </a:extLst>
          </p:cNvPr>
          <p:cNvSpPr txBox="1"/>
          <p:nvPr/>
        </p:nvSpPr>
        <p:spPr>
          <a:xfrm>
            <a:off x="673099" y="1841500"/>
            <a:ext cx="5420496" cy="26237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a:cs typeface="Arial"/>
              </a:rPr>
              <a:t>Plan:</a:t>
            </a:r>
            <a:endParaRPr lang="en-US" sz="2000" dirty="0">
              <a:cs typeface="Arial"/>
            </a:endParaRPr>
          </a:p>
          <a:p>
            <a:pPr marL="342900" indent="-342900">
              <a:lnSpc>
                <a:spcPct val="90000"/>
              </a:lnSpc>
              <a:spcAft>
                <a:spcPts val="1500"/>
              </a:spcAft>
              <a:buFont typeface="Wingdings"/>
              <a:buChar char="§"/>
            </a:pPr>
            <a:r>
              <a:rPr lang="en-US" sz="2000" dirty="0">
                <a:cs typeface="Arial"/>
              </a:rPr>
              <a:t>Different branches of Mathemati</a:t>
            </a:r>
            <a:r>
              <a:rPr lang="en-US" sz="2000">
                <a:cs typeface="Arial"/>
              </a:rPr>
              <a:t>cs.</a:t>
            </a:r>
            <a:endParaRPr lang="en-US" sz="2000" dirty="0">
              <a:cs typeface="Arial"/>
            </a:endParaRPr>
          </a:p>
          <a:p>
            <a:pPr marL="342900" indent="-342900">
              <a:lnSpc>
                <a:spcPct val="90000"/>
              </a:lnSpc>
              <a:spcAft>
                <a:spcPts val="1500"/>
              </a:spcAft>
              <a:buFont typeface="Wingdings"/>
              <a:buChar char="§"/>
            </a:pPr>
            <a:r>
              <a:rPr lang="en-US" sz="2000">
                <a:cs typeface="Arial"/>
              </a:rPr>
              <a:t>Overview of Data Science</a:t>
            </a:r>
            <a:endParaRPr lang="en-US" sz="2000" dirty="0">
              <a:cs typeface="Arial"/>
            </a:endParaRPr>
          </a:p>
          <a:p>
            <a:pPr marL="342900" indent="-342900">
              <a:lnSpc>
                <a:spcPct val="90000"/>
              </a:lnSpc>
              <a:spcAft>
                <a:spcPts val="1500"/>
              </a:spcAft>
              <a:buFont typeface="Wingdings"/>
              <a:buChar char="§"/>
            </a:pPr>
            <a:r>
              <a:rPr lang="en-US" sz="2000">
                <a:cs typeface="Arial"/>
              </a:rPr>
              <a:t>Overview of the degrees </a:t>
            </a:r>
            <a:endParaRPr lang="en-US" sz="2000" dirty="0">
              <a:cs typeface="Arial"/>
            </a:endParaRPr>
          </a:p>
          <a:p>
            <a:pPr marL="342900" indent="-342900">
              <a:lnSpc>
                <a:spcPct val="90000"/>
              </a:lnSpc>
              <a:spcAft>
                <a:spcPts val="1500"/>
              </a:spcAft>
              <a:buFont typeface="Wingdings"/>
              <a:buChar char="§"/>
            </a:pPr>
            <a:r>
              <a:rPr lang="en-US" sz="2000">
                <a:cs typeface="Arial"/>
              </a:rPr>
              <a:t>Careers of some of our students</a:t>
            </a:r>
            <a:endParaRPr lang="en-US" sz="2000" dirty="0">
              <a:cs typeface="Arial"/>
            </a:endParaRPr>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2277836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A627794C-8F75-1075-A689-A00C9E58AA3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7AE3A82-28B4-FC03-2D9F-5B2C36F37032}"/>
              </a:ext>
            </a:extLst>
          </p:cNvPr>
          <p:cNvSpPr>
            <a:spLocks noGrp="1"/>
          </p:cNvSpPr>
          <p:nvPr>
            <p:ph type="title"/>
          </p:nvPr>
        </p:nvSpPr>
        <p:spPr/>
        <p:txBody>
          <a:bodyPr/>
          <a:lstStyle/>
          <a:p>
            <a:br>
              <a:rPr lang="en-GB" dirty="0">
                <a:cs typeface="Arial"/>
              </a:rPr>
            </a:br>
            <a:endParaRPr lang="en-GB" dirty="0">
              <a:cs typeface="Arial"/>
            </a:endParaRPr>
          </a:p>
        </p:txBody>
      </p:sp>
      <p:sp>
        <p:nvSpPr>
          <p:cNvPr id="2" name="Date Placeholder 1">
            <a:extLst>
              <a:ext uri="{FF2B5EF4-FFF2-40B4-BE49-F238E27FC236}">
                <a16:creationId xmlns:a16="http://schemas.microsoft.com/office/drawing/2014/main" id="{70BBDB36-2CD4-1EB0-6A87-104ADCDB517E}"/>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8C40D27D-5B59-E9D4-C703-6E496B0ECBD4}"/>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E24F8F55-EC4F-16C3-1F80-4E6B0903D63A}"/>
              </a:ext>
            </a:extLst>
          </p:cNvPr>
          <p:cNvSpPr>
            <a:spLocks noGrp="1"/>
          </p:cNvSpPr>
          <p:nvPr>
            <p:ph type="sldNum" sz="quarter" idx="12"/>
          </p:nvPr>
        </p:nvSpPr>
        <p:spPr/>
        <p:txBody>
          <a:bodyPr/>
          <a:lstStyle/>
          <a:p>
            <a:fld id="{FC35CEA3-87EB-447D-B809-4C40576A5817}" type="slidenum">
              <a:rPr lang="en-GB" smtClean="0"/>
              <a:t>3</a:t>
            </a:fld>
            <a:endParaRPr lang="en-GB" dirty="0"/>
          </a:p>
        </p:txBody>
      </p:sp>
      <p:sp>
        <p:nvSpPr>
          <p:cNvPr id="5" name="Text Placeholder 4">
            <a:extLst>
              <a:ext uri="{FF2B5EF4-FFF2-40B4-BE49-F238E27FC236}">
                <a16:creationId xmlns:a16="http://schemas.microsoft.com/office/drawing/2014/main" id="{533886C4-6562-23A4-A1ED-DCAAA8FFCFC9}"/>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ED2F1B8E-D1DC-E3D9-AFF3-A85C28587B3B}"/>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A39B7BA5-C69D-99AB-8497-372332D694A7}"/>
              </a:ext>
            </a:extLst>
          </p:cNvPr>
          <p:cNvSpPr txBox="1"/>
          <p:nvPr/>
        </p:nvSpPr>
        <p:spPr>
          <a:xfrm>
            <a:off x="787399" y="1841500"/>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dirty="0">
                <a:cs typeface="Arial"/>
              </a:rPr>
              <a:t>Applied </a:t>
            </a:r>
            <a:r>
              <a:rPr lang="en-US" sz="2000">
                <a:cs typeface="Arial"/>
              </a:rPr>
              <a:t>Mathematics</a:t>
            </a:r>
            <a:endParaRPr lang="en-US" sz="2000" dirty="0"/>
          </a:p>
        </p:txBody>
      </p:sp>
      <p:pic>
        <p:nvPicPr>
          <p:cNvPr id="8" name="Picture 7">
            <a:extLst>
              <a:ext uri="{FF2B5EF4-FFF2-40B4-BE49-F238E27FC236}">
                <a16:creationId xmlns:a16="http://schemas.microsoft.com/office/drawing/2014/main" id="{89DB4D95-8D47-79FD-25E4-5F28DD95EF84}"/>
              </a:ext>
            </a:extLst>
          </p:cNvPr>
          <p:cNvPicPr>
            <a:picLocks noChangeAspect="1"/>
          </p:cNvPicPr>
          <p:nvPr/>
        </p:nvPicPr>
        <p:blipFill>
          <a:blip r:embed="rId3"/>
          <a:stretch>
            <a:fillRect/>
          </a:stretch>
        </p:blipFill>
        <p:spPr>
          <a:xfrm>
            <a:off x="6924511" y="1653497"/>
            <a:ext cx="4067175" cy="3571875"/>
          </a:xfrm>
          <a:prstGeom prst="rect">
            <a:avLst/>
          </a:prstGeom>
        </p:spPr>
      </p:pic>
      <p:sp>
        <p:nvSpPr>
          <p:cNvPr id="9" name="TextBox 8">
            <a:extLst>
              <a:ext uri="{FF2B5EF4-FFF2-40B4-BE49-F238E27FC236}">
                <a16:creationId xmlns:a16="http://schemas.microsoft.com/office/drawing/2014/main" id="{C7284F5A-B51A-7C9D-3795-9CFC480D0FFF}"/>
              </a:ext>
            </a:extLst>
          </p:cNvPr>
          <p:cNvSpPr txBox="1"/>
          <p:nvPr/>
        </p:nvSpPr>
        <p:spPr>
          <a:xfrm>
            <a:off x="6807199" y="889000"/>
            <a:ext cx="2743200" cy="55399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dirty="0">
                <a:cs typeface="Arial"/>
              </a:rPr>
              <a:t>Computer model of waves hitting a </a:t>
            </a:r>
            <a:r>
              <a:rPr lang="en-US" sz="2000" dirty="0" err="1">
                <a:cs typeface="Arial"/>
              </a:rPr>
              <a:t>beac</a:t>
            </a:r>
            <a:r>
              <a:rPr lang="en-US" sz="2000" dirty="0">
                <a:cs typeface="Arial"/>
              </a:rPr>
              <a:t>h</a:t>
            </a:r>
            <a:endParaRPr lang="en-US" sz="2000" dirty="0"/>
          </a:p>
        </p:txBody>
      </p:sp>
      <p:sp>
        <p:nvSpPr>
          <p:cNvPr id="12" name="TextBox 11">
            <a:extLst>
              <a:ext uri="{FF2B5EF4-FFF2-40B4-BE49-F238E27FC236}">
                <a16:creationId xmlns:a16="http://schemas.microsoft.com/office/drawing/2014/main" id="{4F4C856F-C8AB-83E2-8539-D5DD4F663910}"/>
              </a:ext>
            </a:extLst>
          </p:cNvPr>
          <p:cNvSpPr txBox="1"/>
          <p:nvPr/>
        </p:nvSpPr>
        <p:spPr>
          <a:xfrm>
            <a:off x="889000" y="2628900"/>
            <a:ext cx="2743200" cy="26237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a:cs typeface="Arial"/>
              </a:rPr>
              <a:t>Application of Calculus</a:t>
            </a:r>
            <a:endParaRPr lang="en-US" sz="2000" dirty="0">
              <a:cs typeface="Arial"/>
            </a:endParaRPr>
          </a:p>
          <a:p>
            <a:pPr marL="342900" indent="-342900">
              <a:lnSpc>
                <a:spcPct val="90000"/>
              </a:lnSpc>
              <a:spcAft>
                <a:spcPts val="1500"/>
              </a:spcAft>
              <a:buFont typeface="Arial"/>
              <a:buChar char="•"/>
            </a:pPr>
            <a:r>
              <a:rPr lang="en-US" sz="2000">
                <a:cs typeface="Arial"/>
              </a:rPr>
              <a:t>Fluids</a:t>
            </a:r>
          </a:p>
          <a:p>
            <a:pPr marL="342900" indent="-342900">
              <a:lnSpc>
                <a:spcPct val="90000"/>
              </a:lnSpc>
              <a:spcAft>
                <a:spcPts val="1500"/>
              </a:spcAft>
              <a:buFont typeface="Arial"/>
              <a:buChar char="•"/>
            </a:pPr>
            <a:r>
              <a:rPr lang="en-US" sz="2000">
                <a:cs typeface="Arial"/>
              </a:rPr>
              <a:t>Finance</a:t>
            </a:r>
          </a:p>
          <a:p>
            <a:pPr marL="342900" indent="-342900">
              <a:lnSpc>
                <a:spcPct val="90000"/>
              </a:lnSpc>
              <a:spcAft>
                <a:spcPts val="1500"/>
              </a:spcAft>
              <a:buFont typeface="Arial"/>
              <a:buChar char="•"/>
            </a:pPr>
            <a:r>
              <a:rPr lang="en-US" sz="2000">
                <a:cs typeface="Arial"/>
              </a:rPr>
              <a:t>Engineering</a:t>
            </a:r>
            <a:endParaRPr lang="en-US" sz="2000" dirty="0">
              <a:cs typeface="Arial"/>
            </a:endParaRPr>
          </a:p>
          <a:p>
            <a:pPr marL="342900" indent="-342900">
              <a:lnSpc>
                <a:spcPct val="90000"/>
              </a:lnSpc>
              <a:spcAft>
                <a:spcPts val="1500"/>
              </a:spcAft>
              <a:buFont typeface="Arial"/>
              <a:buChar char="•"/>
            </a:pPr>
            <a:r>
              <a:rPr lang="en-US" sz="2000">
                <a:cs typeface="Arial"/>
              </a:rPr>
              <a:t>Climate</a:t>
            </a:r>
            <a:endParaRPr lang="en-US" sz="2000" dirty="0">
              <a:cs typeface="Arial"/>
            </a:endParaRPr>
          </a:p>
          <a:p>
            <a:pPr marL="342900" indent="-342900">
              <a:lnSpc>
                <a:spcPct val="90000"/>
              </a:lnSpc>
              <a:spcAft>
                <a:spcPts val="1500"/>
              </a:spcAft>
              <a:buFont typeface="Arial"/>
              <a:buChar char="•"/>
            </a:pPr>
            <a:endParaRPr lang="en-US" sz="2000" dirty="0">
              <a:cs typeface="Arial"/>
            </a:endParaRPr>
          </a:p>
        </p:txBody>
      </p:sp>
    </p:spTree>
    <p:extLst>
      <p:ext uri="{BB962C8B-B14F-4D97-AF65-F5344CB8AC3E}">
        <p14:creationId xmlns:p14="http://schemas.microsoft.com/office/powerpoint/2010/main" val="3424265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EE4E2604-D41E-2893-2B5E-FB9A116034B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97FF5BE-6430-24D8-2128-D8B7819F74CC}"/>
              </a:ext>
            </a:extLst>
          </p:cNvPr>
          <p:cNvSpPr>
            <a:spLocks noGrp="1"/>
          </p:cNvSpPr>
          <p:nvPr>
            <p:ph type="title"/>
          </p:nvPr>
        </p:nvSpPr>
        <p:spPr/>
        <p:txBody>
          <a:bodyPr/>
          <a:lstStyle/>
          <a:p>
            <a:br>
              <a:rPr lang="en-GB" dirty="0">
                <a:cs typeface="Arial"/>
              </a:rPr>
            </a:br>
            <a:endParaRPr lang="en-GB" dirty="0">
              <a:cs typeface="Arial"/>
            </a:endParaRPr>
          </a:p>
        </p:txBody>
      </p:sp>
      <p:sp>
        <p:nvSpPr>
          <p:cNvPr id="2" name="Date Placeholder 1">
            <a:extLst>
              <a:ext uri="{FF2B5EF4-FFF2-40B4-BE49-F238E27FC236}">
                <a16:creationId xmlns:a16="http://schemas.microsoft.com/office/drawing/2014/main" id="{6885CE3D-C922-6286-DBF7-BAFA6E0CD538}"/>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FCC45B99-BB99-63F2-45F0-74A037E992C6}"/>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BFA7097A-0739-C249-77A4-F97B634DFB2C}"/>
              </a:ext>
            </a:extLst>
          </p:cNvPr>
          <p:cNvSpPr>
            <a:spLocks noGrp="1"/>
          </p:cNvSpPr>
          <p:nvPr>
            <p:ph type="sldNum" sz="quarter" idx="12"/>
          </p:nvPr>
        </p:nvSpPr>
        <p:spPr/>
        <p:txBody>
          <a:bodyPr/>
          <a:lstStyle/>
          <a:p>
            <a:fld id="{FC35CEA3-87EB-447D-B809-4C40576A5817}" type="slidenum">
              <a:rPr lang="en-GB" smtClean="0"/>
              <a:t>4</a:t>
            </a:fld>
            <a:endParaRPr lang="en-GB" dirty="0"/>
          </a:p>
        </p:txBody>
      </p:sp>
      <p:sp>
        <p:nvSpPr>
          <p:cNvPr id="5" name="Text Placeholder 4">
            <a:extLst>
              <a:ext uri="{FF2B5EF4-FFF2-40B4-BE49-F238E27FC236}">
                <a16:creationId xmlns:a16="http://schemas.microsoft.com/office/drawing/2014/main" id="{9947809F-B433-457B-81E9-27275DDA61D6}"/>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716AF93A-41E3-DF0F-7B12-C61DFAFEF49F}"/>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A5964891-0439-45B8-9119-32F7E4B3DDFE}"/>
              </a:ext>
            </a:extLst>
          </p:cNvPr>
          <p:cNvSpPr txBox="1"/>
          <p:nvPr/>
        </p:nvSpPr>
        <p:spPr>
          <a:xfrm>
            <a:off x="622299" y="1917700"/>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a:cs typeface="Arial"/>
              </a:rPr>
              <a:t>Pure Mathematics</a:t>
            </a:r>
            <a:endParaRPr lang="en-US" sz="2000" dirty="0"/>
          </a:p>
        </p:txBody>
      </p:sp>
      <p:pic>
        <p:nvPicPr>
          <p:cNvPr id="8" name="Picture 7" descr="A hexagon with many colored circles and lines&#10;&#10;AI-generated content may be incorrect.">
            <a:extLst>
              <a:ext uri="{FF2B5EF4-FFF2-40B4-BE49-F238E27FC236}">
                <a16:creationId xmlns:a16="http://schemas.microsoft.com/office/drawing/2014/main" id="{000FDEAE-8C48-D743-51EB-09C0E2D1D589}"/>
              </a:ext>
            </a:extLst>
          </p:cNvPr>
          <p:cNvPicPr>
            <a:picLocks noChangeAspect="1"/>
          </p:cNvPicPr>
          <p:nvPr/>
        </p:nvPicPr>
        <p:blipFill>
          <a:blip r:embed="rId3"/>
          <a:stretch>
            <a:fillRect/>
          </a:stretch>
        </p:blipFill>
        <p:spPr>
          <a:xfrm>
            <a:off x="762367" y="2504056"/>
            <a:ext cx="4254744" cy="2790746"/>
          </a:xfrm>
          <a:prstGeom prst="rect">
            <a:avLst/>
          </a:prstGeom>
        </p:spPr>
      </p:pic>
      <p:sp>
        <p:nvSpPr>
          <p:cNvPr id="9" name="TextBox 8">
            <a:extLst>
              <a:ext uri="{FF2B5EF4-FFF2-40B4-BE49-F238E27FC236}">
                <a16:creationId xmlns:a16="http://schemas.microsoft.com/office/drawing/2014/main" id="{9FBE9F3F-84EE-8066-6151-58B9BD8A04AD}"/>
              </a:ext>
            </a:extLst>
          </p:cNvPr>
          <p:cNvSpPr txBox="1"/>
          <p:nvPr/>
        </p:nvSpPr>
        <p:spPr>
          <a:xfrm>
            <a:off x="5930900" y="2679700"/>
            <a:ext cx="5509846" cy="223907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Underlying structures and symmetries.</a:t>
            </a:r>
          </a:p>
          <a:p>
            <a:pPr>
              <a:lnSpc>
                <a:spcPct val="90000"/>
              </a:lnSpc>
              <a:spcAft>
                <a:spcPts val="1500"/>
              </a:spcAft>
            </a:pPr>
            <a:endParaRPr lang="en-US" sz="2000" dirty="0">
              <a:cs typeface="Arial"/>
            </a:endParaRPr>
          </a:p>
          <a:p>
            <a:pPr>
              <a:lnSpc>
                <a:spcPct val="90000"/>
              </a:lnSpc>
              <a:spcAft>
                <a:spcPts val="1500"/>
              </a:spcAft>
            </a:pPr>
            <a:r>
              <a:rPr lang="en-US" sz="2000">
                <a:ea typeface="+mn-lt"/>
                <a:cs typeface="+mn-lt"/>
              </a:rPr>
              <a:t>The study of mathematical concepts independently of any application outside mathematics.</a:t>
            </a:r>
            <a:endParaRPr lang="en-US"/>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3053378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9D100F94-4EED-1C87-7B2B-6F54B0EDD1E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7FF6E83-4D7F-1504-F340-0C1DEB8EA421}"/>
              </a:ext>
            </a:extLst>
          </p:cNvPr>
          <p:cNvSpPr>
            <a:spLocks noGrp="1"/>
          </p:cNvSpPr>
          <p:nvPr>
            <p:ph type="title"/>
          </p:nvPr>
        </p:nvSpPr>
        <p:spPr/>
        <p:txBody>
          <a:bodyPr/>
          <a:lstStyle/>
          <a:p>
            <a:br>
              <a:rPr lang="en-GB" dirty="0">
                <a:cs typeface="Arial"/>
              </a:rPr>
            </a:br>
            <a:endParaRPr lang="en-GB" dirty="0">
              <a:cs typeface="Arial"/>
            </a:endParaRPr>
          </a:p>
        </p:txBody>
      </p:sp>
      <p:sp>
        <p:nvSpPr>
          <p:cNvPr id="2" name="Date Placeholder 1">
            <a:extLst>
              <a:ext uri="{FF2B5EF4-FFF2-40B4-BE49-F238E27FC236}">
                <a16:creationId xmlns:a16="http://schemas.microsoft.com/office/drawing/2014/main" id="{F1E6C7E6-E8FD-247A-9CF5-FD04EC655AD0}"/>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09C417D5-63F8-36B6-B3C2-EFFEA1CC765A}"/>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5771D1BC-240E-CACB-3397-E70DA75D8506}"/>
              </a:ext>
            </a:extLst>
          </p:cNvPr>
          <p:cNvSpPr>
            <a:spLocks noGrp="1"/>
          </p:cNvSpPr>
          <p:nvPr>
            <p:ph type="sldNum" sz="quarter" idx="12"/>
          </p:nvPr>
        </p:nvSpPr>
        <p:spPr/>
        <p:txBody>
          <a:bodyPr/>
          <a:lstStyle/>
          <a:p>
            <a:fld id="{FC35CEA3-87EB-447D-B809-4C40576A5817}" type="slidenum">
              <a:rPr lang="en-GB" smtClean="0"/>
              <a:t>5</a:t>
            </a:fld>
            <a:endParaRPr lang="en-GB" dirty="0"/>
          </a:p>
        </p:txBody>
      </p:sp>
      <p:sp>
        <p:nvSpPr>
          <p:cNvPr id="5" name="Text Placeholder 4">
            <a:extLst>
              <a:ext uri="{FF2B5EF4-FFF2-40B4-BE49-F238E27FC236}">
                <a16:creationId xmlns:a16="http://schemas.microsoft.com/office/drawing/2014/main" id="{59E58CA1-BA10-E04D-BC1E-ABFEABE68233}"/>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BCF511E3-079D-C40B-BEA6-16E37226B67A}"/>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F77FFB7B-2694-62DA-2B71-1E563FC9FF8C}"/>
              </a:ext>
            </a:extLst>
          </p:cNvPr>
          <p:cNvSpPr txBox="1"/>
          <p:nvPr/>
        </p:nvSpPr>
        <p:spPr>
          <a:xfrm>
            <a:off x="736599" y="17653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Probability and statistics</a:t>
            </a:r>
            <a:endParaRPr lang="en-US"/>
          </a:p>
        </p:txBody>
      </p:sp>
      <p:pic>
        <p:nvPicPr>
          <p:cNvPr id="8" name="Picture 7">
            <a:extLst>
              <a:ext uri="{FF2B5EF4-FFF2-40B4-BE49-F238E27FC236}">
                <a16:creationId xmlns:a16="http://schemas.microsoft.com/office/drawing/2014/main" id="{CDB85D81-BCA4-0846-667E-4E52A93B117B}"/>
              </a:ext>
            </a:extLst>
          </p:cNvPr>
          <p:cNvPicPr>
            <a:picLocks noChangeAspect="1"/>
          </p:cNvPicPr>
          <p:nvPr/>
        </p:nvPicPr>
        <p:blipFill>
          <a:blip r:embed="rId3"/>
          <a:stretch>
            <a:fillRect/>
          </a:stretch>
        </p:blipFill>
        <p:spPr>
          <a:xfrm>
            <a:off x="734515" y="2141837"/>
            <a:ext cx="6117545" cy="3414902"/>
          </a:xfrm>
          <a:prstGeom prst="rect">
            <a:avLst/>
          </a:prstGeom>
        </p:spPr>
      </p:pic>
    </p:spTree>
    <p:extLst>
      <p:ext uri="{BB962C8B-B14F-4D97-AF65-F5344CB8AC3E}">
        <p14:creationId xmlns:p14="http://schemas.microsoft.com/office/powerpoint/2010/main" val="277054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1E9415D1-007F-A9B6-9B67-D9720F74CFC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E8F7996-36C7-A2A5-1D48-C365AB795044}"/>
              </a:ext>
            </a:extLst>
          </p:cNvPr>
          <p:cNvSpPr>
            <a:spLocks noGrp="1"/>
          </p:cNvSpPr>
          <p:nvPr>
            <p:ph type="title"/>
          </p:nvPr>
        </p:nvSpPr>
        <p:spPr/>
        <p:txBody>
          <a:bodyPr/>
          <a:lstStyle/>
          <a:p>
            <a:br>
              <a:rPr lang="en-GB" dirty="0">
                <a:cs typeface="Arial"/>
              </a:rPr>
            </a:br>
            <a:endParaRPr lang="en-GB" dirty="0">
              <a:cs typeface="Arial"/>
            </a:endParaRPr>
          </a:p>
        </p:txBody>
      </p:sp>
      <p:sp>
        <p:nvSpPr>
          <p:cNvPr id="2" name="Date Placeholder 1">
            <a:extLst>
              <a:ext uri="{FF2B5EF4-FFF2-40B4-BE49-F238E27FC236}">
                <a16:creationId xmlns:a16="http://schemas.microsoft.com/office/drawing/2014/main" id="{47FD6B2D-3ACF-346A-A5AF-845D661AD15D}"/>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851FE81D-B60F-D7F1-6663-58CCA6EAE227}"/>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4E40F8EC-C95A-5286-918F-4F1BC73A577A}"/>
              </a:ext>
            </a:extLst>
          </p:cNvPr>
          <p:cNvSpPr>
            <a:spLocks noGrp="1"/>
          </p:cNvSpPr>
          <p:nvPr>
            <p:ph type="sldNum" sz="quarter" idx="12"/>
          </p:nvPr>
        </p:nvSpPr>
        <p:spPr/>
        <p:txBody>
          <a:bodyPr/>
          <a:lstStyle/>
          <a:p>
            <a:fld id="{FC35CEA3-87EB-447D-B809-4C40576A5817}" type="slidenum">
              <a:rPr lang="en-GB" smtClean="0"/>
              <a:t>6</a:t>
            </a:fld>
            <a:endParaRPr lang="en-GB" dirty="0"/>
          </a:p>
        </p:txBody>
      </p:sp>
      <p:sp>
        <p:nvSpPr>
          <p:cNvPr id="5" name="Text Placeholder 4">
            <a:extLst>
              <a:ext uri="{FF2B5EF4-FFF2-40B4-BE49-F238E27FC236}">
                <a16:creationId xmlns:a16="http://schemas.microsoft.com/office/drawing/2014/main" id="{8BC47285-D315-ED5F-3F15-810CE22DF9B3}"/>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E6507510-BA36-D491-8E4F-24808A741137}"/>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8" name="TextBox 7">
            <a:extLst>
              <a:ext uri="{FF2B5EF4-FFF2-40B4-BE49-F238E27FC236}">
                <a16:creationId xmlns:a16="http://schemas.microsoft.com/office/drawing/2014/main" id="{145BE14F-8CDE-7A62-73AE-4C72D0DE39E9}"/>
              </a:ext>
            </a:extLst>
          </p:cNvPr>
          <p:cNvSpPr txBox="1"/>
          <p:nvPr/>
        </p:nvSpPr>
        <p:spPr>
          <a:xfrm>
            <a:off x="673099" y="1828799"/>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Operational research:</a:t>
            </a:r>
            <a:endParaRPr lang="en-US"/>
          </a:p>
        </p:txBody>
      </p:sp>
      <p:pic>
        <p:nvPicPr>
          <p:cNvPr id="9" name="Picture 8" descr="A diagram of a process flow&#10;&#10;AI-generated content may be incorrect.">
            <a:extLst>
              <a:ext uri="{FF2B5EF4-FFF2-40B4-BE49-F238E27FC236}">
                <a16:creationId xmlns:a16="http://schemas.microsoft.com/office/drawing/2014/main" id="{091CDA1A-A81A-82D7-D4E5-7FFCF0D84F30}"/>
              </a:ext>
            </a:extLst>
          </p:cNvPr>
          <p:cNvPicPr>
            <a:picLocks noChangeAspect="1"/>
          </p:cNvPicPr>
          <p:nvPr/>
        </p:nvPicPr>
        <p:blipFill>
          <a:blip r:embed="rId3"/>
          <a:stretch>
            <a:fillRect/>
          </a:stretch>
        </p:blipFill>
        <p:spPr>
          <a:xfrm>
            <a:off x="597877" y="2508917"/>
            <a:ext cx="5638800" cy="2613888"/>
          </a:xfrm>
          <a:prstGeom prst="rect">
            <a:avLst/>
          </a:prstGeom>
        </p:spPr>
      </p:pic>
      <p:sp>
        <p:nvSpPr>
          <p:cNvPr id="7" name="TextBox 6">
            <a:extLst>
              <a:ext uri="{FF2B5EF4-FFF2-40B4-BE49-F238E27FC236}">
                <a16:creationId xmlns:a16="http://schemas.microsoft.com/office/drawing/2014/main" id="{7CC4B2ED-8C81-1C12-35B1-15C95EB7EADA}"/>
              </a:ext>
            </a:extLst>
          </p:cNvPr>
          <p:cNvSpPr txBox="1"/>
          <p:nvPr/>
        </p:nvSpPr>
        <p:spPr>
          <a:xfrm>
            <a:off x="6997700" y="2743200"/>
            <a:ext cx="3731739" cy="105413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Logistics, planning, simulations,</a:t>
            </a:r>
            <a:endParaRPr lang="en-US"/>
          </a:p>
          <a:p>
            <a:pPr>
              <a:lnSpc>
                <a:spcPct val="90000"/>
              </a:lnSpc>
              <a:spcAft>
                <a:spcPts val="1500"/>
              </a:spcAft>
            </a:pPr>
            <a:r>
              <a:rPr lang="en-US" sz="2000" dirty="0" err="1">
                <a:ea typeface="+mn-lt"/>
                <a:cs typeface="+mn-lt"/>
              </a:rPr>
              <a:t>Optimisation</a:t>
            </a:r>
            <a:endParaRPr lang="en-US" dirty="0" err="1">
              <a:ea typeface="+mn-lt"/>
              <a:cs typeface="+mn-lt"/>
            </a:endParaRPr>
          </a:p>
          <a:p>
            <a:pPr>
              <a:lnSpc>
                <a:spcPct val="90000"/>
              </a:lnSpc>
              <a:spcAft>
                <a:spcPts val="1500"/>
              </a:spcAft>
            </a:pPr>
            <a:r>
              <a:rPr lang="en-US" sz="2000" dirty="0">
                <a:cs typeface="Arial"/>
              </a:rPr>
              <a:t>The mathematics of </a:t>
            </a:r>
            <a:r>
              <a:rPr lang="en-US" sz="2000">
                <a:cs typeface="Arial"/>
              </a:rPr>
              <a:t>business.</a:t>
            </a:r>
            <a:endParaRPr lang="en-US" sz="2000" dirty="0">
              <a:cs typeface="Arial"/>
            </a:endParaRPr>
          </a:p>
        </p:txBody>
      </p:sp>
    </p:spTree>
    <p:extLst>
      <p:ext uri="{BB962C8B-B14F-4D97-AF65-F5344CB8AC3E}">
        <p14:creationId xmlns:p14="http://schemas.microsoft.com/office/powerpoint/2010/main" val="19287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F7C114F7-91C2-97B2-DE03-08883BB8FFAF}"/>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1A04E8D-CDB0-1172-A31A-7EF9EE3564DF}"/>
              </a:ext>
            </a:extLst>
          </p:cNvPr>
          <p:cNvSpPr>
            <a:spLocks noGrp="1"/>
          </p:cNvSpPr>
          <p:nvPr>
            <p:ph type="title"/>
          </p:nvPr>
        </p:nvSpPr>
        <p:spPr/>
        <p:txBody>
          <a:bodyPr/>
          <a:lstStyle/>
          <a:p>
            <a:br>
              <a:rPr lang="en-GB" dirty="0">
                <a:cs typeface="Arial"/>
              </a:rPr>
            </a:br>
            <a:endParaRPr lang="en-GB" dirty="0">
              <a:cs typeface="Arial"/>
            </a:endParaRPr>
          </a:p>
        </p:txBody>
      </p:sp>
      <p:sp>
        <p:nvSpPr>
          <p:cNvPr id="2" name="Date Placeholder 1">
            <a:extLst>
              <a:ext uri="{FF2B5EF4-FFF2-40B4-BE49-F238E27FC236}">
                <a16:creationId xmlns:a16="http://schemas.microsoft.com/office/drawing/2014/main" id="{CB8F69C9-75F8-D901-D707-402ED8F30665}"/>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65FDA0EC-D447-A341-B686-3AB0690DC683}"/>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5D61E514-68C5-1E33-7225-AB60B8F2D24D}"/>
              </a:ext>
            </a:extLst>
          </p:cNvPr>
          <p:cNvSpPr>
            <a:spLocks noGrp="1"/>
          </p:cNvSpPr>
          <p:nvPr>
            <p:ph type="sldNum" sz="quarter" idx="12"/>
          </p:nvPr>
        </p:nvSpPr>
        <p:spPr/>
        <p:txBody>
          <a:bodyPr/>
          <a:lstStyle/>
          <a:p>
            <a:fld id="{FC35CEA3-87EB-447D-B809-4C40576A5817}" type="slidenum">
              <a:rPr lang="en-GB" smtClean="0"/>
              <a:t>7</a:t>
            </a:fld>
            <a:endParaRPr lang="en-GB" dirty="0"/>
          </a:p>
        </p:txBody>
      </p:sp>
      <p:sp>
        <p:nvSpPr>
          <p:cNvPr id="5" name="Text Placeholder 4">
            <a:extLst>
              <a:ext uri="{FF2B5EF4-FFF2-40B4-BE49-F238E27FC236}">
                <a16:creationId xmlns:a16="http://schemas.microsoft.com/office/drawing/2014/main" id="{A24BEA52-2CAA-1885-CEBC-6AED768214A2}"/>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0F480303-B675-74F0-A03D-B3819DCA4047}"/>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24ECA104-4514-F020-C631-2886B9444BA0}"/>
              </a:ext>
            </a:extLst>
          </p:cNvPr>
          <p:cNvSpPr txBox="1"/>
          <p:nvPr/>
        </p:nvSpPr>
        <p:spPr>
          <a:xfrm>
            <a:off x="615461" y="1846384"/>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Theoretical physics:</a:t>
            </a:r>
            <a:endParaRPr lang="en-US"/>
          </a:p>
        </p:txBody>
      </p:sp>
      <p:pic>
        <p:nvPicPr>
          <p:cNvPr id="8" name="Picture 7" descr="A cat in a room with a drawing&#10;&#10;AI-generated content may be incorrect.">
            <a:extLst>
              <a:ext uri="{FF2B5EF4-FFF2-40B4-BE49-F238E27FC236}">
                <a16:creationId xmlns:a16="http://schemas.microsoft.com/office/drawing/2014/main" id="{9B46CAA2-8137-BB7E-4284-14B4FC10F2BF}"/>
              </a:ext>
            </a:extLst>
          </p:cNvPr>
          <p:cNvPicPr>
            <a:picLocks noChangeAspect="1"/>
          </p:cNvPicPr>
          <p:nvPr/>
        </p:nvPicPr>
        <p:blipFill>
          <a:blip r:embed="rId3"/>
          <a:stretch>
            <a:fillRect/>
          </a:stretch>
        </p:blipFill>
        <p:spPr>
          <a:xfrm>
            <a:off x="2046409" y="2402132"/>
            <a:ext cx="2929304" cy="3589460"/>
          </a:xfrm>
          <a:prstGeom prst="rect">
            <a:avLst/>
          </a:prstGeom>
        </p:spPr>
      </p:pic>
      <p:sp>
        <p:nvSpPr>
          <p:cNvPr id="11" name="TextBox 10">
            <a:extLst>
              <a:ext uri="{FF2B5EF4-FFF2-40B4-BE49-F238E27FC236}">
                <a16:creationId xmlns:a16="http://schemas.microsoft.com/office/drawing/2014/main" id="{97613612-6446-AA1F-F8FC-308557D70CE9}"/>
              </a:ext>
            </a:extLst>
          </p:cNvPr>
          <p:cNvSpPr txBox="1"/>
          <p:nvPr/>
        </p:nvSpPr>
        <p:spPr>
          <a:xfrm>
            <a:off x="6019799" y="2781299"/>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12" name="TextBox 11">
            <a:extLst>
              <a:ext uri="{FF2B5EF4-FFF2-40B4-BE49-F238E27FC236}">
                <a16:creationId xmlns:a16="http://schemas.microsoft.com/office/drawing/2014/main" id="{8F2700BF-8B84-4DDB-31E9-0CD8F437AEA7}"/>
              </a:ext>
            </a:extLst>
          </p:cNvPr>
          <p:cNvSpPr txBox="1"/>
          <p:nvPr/>
        </p:nvSpPr>
        <p:spPr>
          <a:xfrm>
            <a:off x="5587999" y="30988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13" name="TextBox 12">
            <a:extLst>
              <a:ext uri="{FF2B5EF4-FFF2-40B4-BE49-F238E27FC236}">
                <a16:creationId xmlns:a16="http://schemas.microsoft.com/office/drawing/2014/main" id="{DE0AEB99-B98A-B8C1-ED57-576093192634}"/>
              </a:ext>
            </a:extLst>
          </p:cNvPr>
          <p:cNvSpPr txBox="1"/>
          <p:nvPr/>
        </p:nvSpPr>
        <p:spPr>
          <a:xfrm>
            <a:off x="5664199" y="2895599"/>
            <a:ext cx="2743199" cy="21544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a:cs typeface="Arial"/>
              </a:rPr>
              <a:t>Quantum mechanics</a:t>
            </a:r>
          </a:p>
          <a:p>
            <a:pPr>
              <a:lnSpc>
                <a:spcPct val="90000"/>
              </a:lnSpc>
              <a:spcAft>
                <a:spcPts val="1500"/>
              </a:spcAft>
            </a:pPr>
            <a:r>
              <a:rPr lang="en-US" sz="2000">
                <a:cs typeface="Arial"/>
              </a:rPr>
              <a:t>Quantum Computing</a:t>
            </a:r>
            <a:endParaRPr lang="en-US" sz="2000" dirty="0">
              <a:cs typeface="Arial"/>
            </a:endParaRPr>
          </a:p>
          <a:p>
            <a:pPr>
              <a:lnSpc>
                <a:spcPct val="90000"/>
              </a:lnSpc>
              <a:spcAft>
                <a:spcPts val="1500"/>
              </a:spcAft>
            </a:pPr>
            <a:r>
              <a:rPr lang="en-US" sz="2000" dirty="0">
                <a:cs typeface="Arial"/>
              </a:rPr>
              <a:t>Relativ</a:t>
            </a:r>
            <a:r>
              <a:rPr lang="en-US" sz="2000">
                <a:cs typeface="Arial"/>
              </a:rPr>
              <a:t>ity </a:t>
            </a:r>
            <a:endParaRPr lang="en-US" sz="2000" dirty="0">
              <a:cs typeface="Arial"/>
            </a:endParaRPr>
          </a:p>
          <a:p>
            <a:pPr>
              <a:lnSpc>
                <a:spcPct val="90000"/>
              </a:lnSpc>
              <a:spcAft>
                <a:spcPts val="1500"/>
              </a:spcAft>
            </a:pPr>
            <a:endParaRPr lang="en-US" sz="2000" dirty="0">
              <a:cs typeface="Arial"/>
            </a:endParaRPr>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1981621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1833D1D5-BE0C-B35C-7D6B-F7CF83B11E4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EF5C654-AD41-8DAC-F7CE-9D936987BFE0}"/>
              </a:ext>
            </a:extLst>
          </p:cNvPr>
          <p:cNvSpPr>
            <a:spLocks noGrp="1"/>
          </p:cNvSpPr>
          <p:nvPr>
            <p:ph type="title"/>
          </p:nvPr>
        </p:nvSpPr>
        <p:spPr/>
        <p:txBody>
          <a:bodyPr/>
          <a:lstStyle/>
          <a:p>
            <a:br>
              <a:rPr lang="en-GB" dirty="0">
                <a:cs typeface="Arial"/>
              </a:rPr>
            </a:br>
            <a:endParaRPr lang="en-GB" dirty="0">
              <a:cs typeface="Arial"/>
            </a:endParaRPr>
          </a:p>
        </p:txBody>
      </p:sp>
      <p:sp>
        <p:nvSpPr>
          <p:cNvPr id="2" name="Date Placeholder 1">
            <a:extLst>
              <a:ext uri="{FF2B5EF4-FFF2-40B4-BE49-F238E27FC236}">
                <a16:creationId xmlns:a16="http://schemas.microsoft.com/office/drawing/2014/main" id="{3620B695-035C-58FD-AEAD-82DBC69539EC}"/>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7C95852F-151C-5C16-3036-6B50BD67B332}"/>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AAD512BE-8F50-12EE-0199-38ACDE736572}"/>
              </a:ext>
            </a:extLst>
          </p:cNvPr>
          <p:cNvSpPr>
            <a:spLocks noGrp="1"/>
          </p:cNvSpPr>
          <p:nvPr>
            <p:ph type="sldNum" sz="quarter" idx="12"/>
          </p:nvPr>
        </p:nvSpPr>
        <p:spPr/>
        <p:txBody>
          <a:bodyPr/>
          <a:lstStyle/>
          <a:p>
            <a:fld id="{FC35CEA3-87EB-447D-B809-4C40576A5817}" type="slidenum">
              <a:rPr lang="en-GB" smtClean="0"/>
              <a:t>8</a:t>
            </a:fld>
            <a:endParaRPr lang="en-GB" dirty="0"/>
          </a:p>
        </p:txBody>
      </p:sp>
      <p:sp>
        <p:nvSpPr>
          <p:cNvPr id="5" name="Text Placeholder 4">
            <a:extLst>
              <a:ext uri="{FF2B5EF4-FFF2-40B4-BE49-F238E27FC236}">
                <a16:creationId xmlns:a16="http://schemas.microsoft.com/office/drawing/2014/main" id="{49E7797E-D6F1-EBB5-53E0-3B6CBB5B128D}"/>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5EB56F04-CA33-35BB-23F3-B82902719FAB}"/>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B2338780-9015-990E-9573-776C8C7228C1}"/>
              </a:ext>
            </a:extLst>
          </p:cNvPr>
          <p:cNvSpPr txBox="1"/>
          <p:nvPr/>
        </p:nvSpPr>
        <p:spPr>
          <a:xfrm>
            <a:off x="892431" y="902042"/>
            <a:ext cx="27431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r>
              <a:rPr lang="en-US" sz="2000">
                <a:cs typeface="Arial"/>
              </a:rPr>
              <a:t>Programming</a:t>
            </a:r>
            <a:endParaRPr lang="en-US" sz="2000" dirty="0"/>
          </a:p>
        </p:txBody>
      </p:sp>
      <p:pic>
        <p:nvPicPr>
          <p:cNvPr id="8" name="Picture 7" descr="A black server cabinet with green lights&#10;&#10;AI-generated content may be incorrect.">
            <a:extLst>
              <a:ext uri="{FF2B5EF4-FFF2-40B4-BE49-F238E27FC236}">
                <a16:creationId xmlns:a16="http://schemas.microsoft.com/office/drawing/2014/main" id="{F78023FE-18C4-3E07-A631-7D14E50B6C5C}"/>
              </a:ext>
            </a:extLst>
          </p:cNvPr>
          <p:cNvPicPr>
            <a:picLocks noChangeAspect="1"/>
          </p:cNvPicPr>
          <p:nvPr/>
        </p:nvPicPr>
        <p:blipFill>
          <a:blip r:embed="rId3"/>
          <a:stretch>
            <a:fillRect/>
          </a:stretch>
        </p:blipFill>
        <p:spPr>
          <a:xfrm>
            <a:off x="631214" y="2324159"/>
            <a:ext cx="4448907" cy="3172559"/>
          </a:xfrm>
          <a:prstGeom prst="rect">
            <a:avLst/>
          </a:prstGeom>
        </p:spPr>
      </p:pic>
      <p:sp>
        <p:nvSpPr>
          <p:cNvPr id="9" name="TextBox 8">
            <a:extLst>
              <a:ext uri="{FF2B5EF4-FFF2-40B4-BE49-F238E27FC236}">
                <a16:creationId xmlns:a16="http://schemas.microsoft.com/office/drawing/2014/main" id="{82EF297E-4FA9-76E7-266B-9DE887F05A44}"/>
              </a:ext>
            </a:extLst>
          </p:cNvPr>
          <p:cNvSpPr txBox="1"/>
          <p:nvPr/>
        </p:nvSpPr>
        <p:spPr>
          <a:xfrm>
            <a:off x="5806594" y="2325077"/>
            <a:ext cx="5424138" cy="33701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buClr>
                <a:schemeClr val="accent1"/>
              </a:buClr>
            </a:pPr>
            <a:r>
              <a:rPr lang="en-US" sz="2000" dirty="0">
                <a:cs typeface="Arial"/>
              </a:rPr>
              <a:t>Computers are required  to solve large problems. We </a:t>
            </a:r>
            <a:r>
              <a:rPr lang="en-US" sz="2000">
                <a:cs typeface="Arial"/>
              </a:rPr>
              <a:t>teach:</a:t>
            </a:r>
          </a:p>
          <a:p>
            <a:pPr marL="342900" indent="-342900">
              <a:lnSpc>
                <a:spcPct val="90000"/>
              </a:lnSpc>
              <a:spcAft>
                <a:spcPts val="1500"/>
              </a:spcAft>
              <a:buFont typeface="Arial"/>
              <a:buChar char="•"/>
            </a:pPr>
            <a:r>
              <a:rPr lang="en-US" sz="2000">
                <a:cs typeface="Arial"/>
              </a:rPr>
              <a:t>Python</a:t>
            </a:r>
            <a:endParaRPr lang="en-US" sz="2000" dirty="0">
              <a:cs typeface="Arial"/>
            </a:endParaRPr>
          </a:p>
          <a:p>
            <a:pPr marL="342900" indent="-342900">
              <a:lnSpc>
                <a:spcPct val="90000"/>
              </a:lnSpc>
              <a:spcAft>
                <a:spcPts val="1500"/>
              </a:spcAft>
              <a:buFont typeface="Arial"/>
              <a:buChar char="•"/>
            </a:pPr>
            <a:r>
              <a:rPr lang="en-US" sz="2000">
                <a:cs typeface="Arial"/>
              </a:rPr>
              <a:t>R </a:t>
            </a:r>
            <a:endParaRPr lang="en-US" sz="2000" dirty="0">
              <a:cs typeface="Arial"/>
            </a:endParaRPr>
          </a:p>
          <a:p>
            <a:pPr marL="342900" indent="-342900">
              <a:lnSpc>
                <a:spcPct val="90000"/>
              </a:lnSpc>
              <a:spcAft>
                <a:spcPts val="1500"/>
              </a:spcAft>
              <a:buFont typeface="Arial"/>
              <a:buChar char="•"/>
            </a:pPr>
            <a:r>
              <a:rPr lang="en-US" sz="2000">
                <a:cs typeface="Arial"/>
              </a:rPr>
              <a:t>Excel</a:t>
            </a:r>
            <a:endParaRPr lang="en-US" sz="2000" dirty="0">
              <a:cs typeface="Arial"/>
            </a:endParaRPr>
          </a:p>
          <a:p>
            <a:pPr marL="342900" indent="-342900">
              <a:lnSpc>
                <a:spcPct val="90000"/>
              </a:lnSpc>
              <a:spcAft>
                <a:spcPts val="1500"/>
              </a:spcAft>
              <a:buFont typeface="Arial"/>
              <a:buChar char="•"/>
            </a:pPr>
            <a:r>
              <a:rPr lang="en-US" sz="2000" dirty="0">
                <a:cs typeface="Arial"/>
              </a:rPr>
              <a:t>High Performance Computing Cluster</a:t>
            </a:r>
          </a:p>
          <a:p>
            <a:pPr>
              <a:lnSpc>
                <a:spcPct val="90000"/>
              </a:lnSpc>
              <a:spcAft>
                <a:spcPts val="1500"/>
              </a:spcAft>
            </a:pPr>
            <a:endParaRPr lang="en-US" sz="2000" dirty="0">
              <a:cs typeface="Arial"/>
            </a:endParaRPr>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428514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3648C37C-7E87-B5A3-38F8-3151856C7DD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3BB6351-8735-86D8-D863-29F333F99693}"/>
              </a:ext>
            </a:extLst>
          </p:cNvPr>
          <p:cNvSpPr>
            <a:spLocks noGrp="1"/>
          </p:cNvSpPr>
          <p:nvPr>
            <p:ph type="title"/>
          </p:nvPr>
        </p:nvSpPr>
        <p:spPr/>
        <p:txBody>
          <a:bodyPr/>
          <a:lstStyle/>
          <a:p>
            <a:r>
              <a:rPr lang="en-GB" dirty="0">
                <a:cs typeface="Arial"/>
              </a:rPr>
              <a:t>Employability</a:t>
            </a:r>
          </a:p>
        </p:txBody>
      </p:sp>
      <p:sp>
        <p:nvSpPr>
          <p:cNvPr id="2" name="Date Placeholder 1">
            <a:extLst>
              <a:ext uri="{FF2B5EF4-FFF2-40B4-BE49-F238E27FC236}">
                <a16:creationId xmlns:a16="http://schemas.microsoft.com/office/drawing/2014/main" id="{7D1E76D3-6A59-3F85-507B-56F27742DC9F}"/>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7DBFD42B-D0AD-881B-BD0A-3241C681E7C4}"/>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A51F197F-B79F-2865-3B5B-48021774CDD0}"/>
              </a:ext>
            </a:extLst>
          </p:cNvPr>
          <p:cNvSpPr>
            <a:spLocks noGrp="1"/>
          </p:cNvSpPr>
          <p:nvPr>
            <p:ph type="sldNum" sz="quarter" idx="12"/>
          </p:nvPr>
        </p:nvSpPr>
        <p:spPr/>
        <p:txBody>
          <a:bodyPr/>
          <a:lstStyle/>
          <a:p>
            <a:fld id="{FC35CEA3-87EB-447D-B809-4C40576A5817}" type="slidenum">
              <a:rPr lang="en-GB" smtClean="0"/>
              <a:t>9</a:t>
            </a:fld>
            <a:endParaRPr lang="en-GB" dirty="0"/>
          </a:p>
        </p:txBody>
      </p:sp>
      <p:sp>
        <p:nvSpPr>
          <p:cNvPr id="5" name="Text Placeholder 4">
            <a:extLst>
              <a:ext uri="{FF2B5EF4-FFF2-40B4-BE49-F238E27FC236}">
                <a16:creationId xmlns:a16="http://schemas.microsoft.com/office/drawing/2014/main" id="{499FC8C5-6DE3-13C8-B52D-5B7C3D9EA7B8}"/>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655037E2-4C56-1D7A-919C-F3BCA3948EA7}"/>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8" name="TextBox 7">
            <a:extLst>
              <a:ext uri="{FF2B5EF4-FFF2-40B4-BE49-F238E27FC236}">
                <a16:creationId xmlns:a16="http://schemas.microsoft.com/office/drawing/2014/main" id="{1AD2CEF9-4F80-ACFB-B81D-2D5C11B635DB}"/>
              </a:ext>
            </a:extLst>
          </p:cNvPr>
          <p:cNvSpPr txBox="1"/>
          <p:nvPr/>
        </p:nvSpPr>
        <p:spPr>
          <a:xfrm>
            <a:off x="501478" y="1929713"/>
            <a:ext cx="7037171" cy="393954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8 sought-after skills employers look for</a:t>
            </a:r>
            <a:endParaRPr lang="en-US"/>
          </a:p>
          <a:p>
            <a:endParaRPr lang="en-US"/>
          </a:p>
          <a:p>
            <a:r>
              <a:rPr lang="en-US" sz="2000">
                <a:ea typeface="+mn-lt"/>
                <a:cs typeface="+mn-lt"/>
              </a:rPr>
              <a:t>1. Communication skills</a:t>
            </a:r>
            <a:endParaRPr lang="en-US"/>
          </a:p>
          <a:p>
            <a:r>
              <a:rPr lang="en-US" sz="2000">
                <a:ea typeface="+mn-lt"/>
                <a:cs typeface="+mn-lt"/>
              </a:rPr>
              <a:t>2. Time management skills</a:t>
            </a:r>
            <a:endParaRPr lang="en-US"/>
          </a:p>
          <a:p>
            <a:r>
              <a:rPr lang="en-US" sz="2000">
                <a:ea typeface="+mn-lt"/>
                <a:cs typeface="+mn-lt"/>
              </a:rPr>
              <a:t>3. Problem-solving skills</a:t>
            </a:r>
            <a:endParaRPr lang="en-US"/>
          </a:p>
          <a:p>
            <a:r>
              <a:rPr lang="en-US" sz="2000">
                <a:ea typeface="+mn-lt"/>
                <a:cs typeface="+mn-lt"/>
              </a:rPr>
              <a:t>4. Teamwork skills</a:t>
            </a:r>
            <a:endParaRPr lang="en-US"/>
          </a:p>
          <a:p>
            <a:r>
              <a:rPr lang="en-US" sz="2000">
                <a:ea typeface="+mn-lt"/>
                <a:cs typeface="+mn-lt"/>
              </a:rPr>
              <a:t>5. Digital skills</a:t>
            </a:r>
            <a:endParaRPr lang="en-US"/>
          </a:p>
          <a:p>
            <a:r>
              <a:rPr lang="en-US" sz="2000">
                <a:ea typeface="+mn-lt"/>
                <a:cs typeface="+mn-lt"/>
              </a:rPr>
              <a:t>6. Initiative</a:t>
            </a:r>
            <a:endParaRPr lang="en-US"/>
          </a:p>
          <a:p>
            <a:r>
              <a:rPr lang="en-US" sz="2000">
                <a:ea typeface="+mn-lt"/>
                <a:cs typeface="+mn-lt"/>
              </a:rPr>
              <a:t>7. Project management skills</a:t>
            </a:r>
            <a:endParaRPr lang="en-US"/>
          </a:p>
          <a:p>
            <a:r>
              <a:rPr lang="en-US" sz="2000">
                <a:ea typeface="+mn-lt"/>
                <a:cs typeface="+mn-lt"/>
              </a:rPr>
              <a:t>8. Emotional intelligence</a:t>
            </a:r>
            <a:endParaRPr lang="en-US"/>
          </a:p>
          <a:p>
            <a:pPr algn="l"/>
            <a:endParaRPr lang="en-US" sz="2000" dirty="0">
              <a:cs typeface="Arial"/>
            </a:endParaRPr>
          </a:p>
          <a:p>
            <a:r>
              <a:rPr lang="en-US" sz="2000">
                <a:cs typeface="Arial"/>
              </a:rPr>
              <a:t>Source Indeed  jobs site</a:t>
            </a:r>
            <a:endParaRPr lang="en-US" sz="2000" dirty="0">
              <a:cs typeface="Arial"/>
            </a:endParaRPr>
          </a:p>
          <a:p>
            <a:pPr>
              <a:lnSpc>
                <a:spcPct val="90000"/>
              </a:lnSpc>
              <a:spcAft>
                <a:spcPts val="1500"/>
              </a:spcAft>
            </a:pPr>
            <a:endParaRPr lang="en-US" sz="2000" dirty="0">
              <a:cs typeface="Arial"/>
            </a:endParaRPr>
          </a:p>
        </p:txBody>
      </p:sp>
    </p:spTree>
    <p:extLst>
      <p:ext uri="{BB962C8B-B14F-4D97-AF65-F5344CB8AC3E}">
        <p14:creationId xmlns:p14="http://schemas.microsoft.com/office/powerpoint/2010/main" val="450423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B59985CA-CBD5-ADA5-CF32-232EAE7022AB}"/>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9C7C846-BD7C-A205-06AF-A6EE145FC4C4}"/>
              </a:ext>
            </a:extLst>
          </p:cNvPr>
          <p:cNvSpPr>
            <a:spLocks noGrp="1"/>
          </p:cNvSpPr>
          <p:nvPr>
            <p:ph type="title"/>
          </p:nvPr>
        </p:nvSpPr>
        <p:spPr/>
        <p:txBody>
          <a:bodyPr/>
          <a:lstStyle/>
          <a:p>
            <a:r>
              <a:rPr lang="en-GB" dirty="0">
                <a:cs typeface="Arial"/>
              </a:rPr>
              <a:t>Data SCIENCE</a:t>
            </a:r>
          </a:p>
        </p:txBody>
      </p:sp>
      <p:sp>
        <p:nvSpPr>
          <p:cNvPr id="2" name="Date Placeholder 1">
            <a:extLst>
              <a:ext uri="{FF2B5EF4-FFF2-40B4-BE49-F238E27FC236}">
                <a16:creationId xmlns:a16="http://schemas.microsoft.com/office/drawing/2014/main" id="{5657A028-8E46-D3FD-BE79-223F18BA84A6}"/>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3475E8E8-6970-E89F-BBE5-14E6C2C5D527}"/>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B94F6795-BD37-E979-AFF4-9F6573313280}"/>
              </a:ext>
            </a:extLst>
          </p:cNvPr>
          <p:cNvSpPr>
            <a:spLocks noGrp="1"/>
          </p:cNvSpPr>
          <p:nvPr>
            <p:ph type="sldNum" sz="quarter" idx="12"/>
          </p:nvPr>
        </p:nvSpPr>
        <p:spPr/>
        <p:txBody>
          <a:bodyPr/>
          <a:lstStyle/>
          <a:p>
            <a:fld id="{FC35CEA3-87EB-447D-B809-4C40576A5817}" type="slidenum">
              <a:rPr lang="en-GB" smtClean="0"/>
              <a:t>10</a:t>
            </a:fld>
            <a:endParaRPr lang="en-GB" dirty="0"/>
          </a:p>
        </p:txBody>
      </p:sp>
      <p:sp>
        <p:nvSpPr>
          <p:cNvPr id="5" name="Text Placeholder 4">
            <a:extLst>
              <a:ext uri="{FF2B5EF4-FFF2-40B4-BE49-F238E27FC236}">
                <a16:creationId xmlns:a16="http://schemas.microsoft.com/office/drawing/2014/main" id="{85BADB9A-8B45-7E5A-F201-52D59F28CDD0}"/>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1F1DCD45-7AEF-0842-4DD1-01B8D0470472}"/>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8" name="TextBox 7">
            <a:extLst>
              <a:ext uri="{FF2B5EF4-FFF2-40B4-BE49-F238E27FC236}">
                <a16:creationId xmlns:a16="http://schemas.microsoft.com/office/drawing/2014/main" id="{E32DE643-3361-C405-0E06-04139A30C7B1}"/>
              </a:ext>
            </a:extLst>
          </p:cNvPr>
          <p:cNvSpPr txBox="1"/>
          <p:nvPr/>
        </p:nvSpPr>
        <p:spPr>
          <a:xfrm>
            <a:off x="569123" y="1525584"/>
            <a:ext cx="10692711" cy="15388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sz="2000" dirty="0">
              <a:cs typeface="Arial"/>
            </a:endParaRPr>
          </a:p>
          <a:p>
            <a:r>
              <a:rPr lang="en-US" sz="2000" dirty="0">
                <a:ea typeface="+mn-lt"/>
                <a:cs typeface="+mn-lt"/>
              </a:rPr>
              <a:t>▶ BSc (Hons) Data Science</a:t>
            </a:r>
            <a:endParaRPr lang="en-US" dirty="0"/>
          </a:p>
          <a:p>
            <a:r>
              <a:rPr lang="en-US" sz="2000" dirty="0">
                <a:ea typeface="+mn-lt"/>
                <a:cs typeface="+mn-lt"/>
              </a:rPr>
              <a:t>▶ BSc (Hons) Data Science with Artificial Intelligence, </a:t>
            </a:r>
            <a:endParaRPr lang="en-US" dirty="0">
              <a:ea typeface="+mn-lt"/>
              <a:cs typeface="+mn-lt"/>
            </a:endParaRPr>
          </a:p>
          <a:p>
            <a:endParaRPr lang="en-US" sz="2000" dirty="0">
              <a:ea typeface="+mn-lt"/>
              <a:cs typeface="+mn-lt"/>
            </a:endParaRPr>
          </a:p>
          <a:p>
            <a:r>
              <a:rPr lang="en-US" sz="2000" dirty="0">
                <a:ea typeface="+mn-lt"/>
                <a:cs typeface="+mn-lt"/>
              </a:rPr>
              <a:t>Degrees include a mixture of modules from Mathematics and Computing.</a:t>
            </a:r>
            <a:endParaRPr lang="en-US">
              <a:cs typeface="Arial"/>
            </a:endParaRPr>
          </a:p>
        </p:txBody>
      </p:sp>
      <p:pic>
        <p:nvPicPr>
          <p:cNvPr id="9" name="Picture 8" descr="A diagram of data science&#10;&#10;AI-generated content may be incorrect.">
            <a:extLst>
              <a:ext uri="{FF2B5EF4-FFF2-40B4-BE49-F238E27FC236}">
                <a16:creationId xmlns:a16="http://schemas.microsoft.com/office/drawing/2014/main" id="{06AF6C24-76A0-8F80-FB7B-06C98BA68B6D}"/>
              </a:ext>
            </a:extLst>
          </p:cNvPr>
          <p:cNvPicPr>
            <a:picLocks noChangeAspect="1"/>
          </p:cNvPicPr>
          <p:nvPr/>
        </p:nvPicPr>
        <p:blipFill>
          <a:blip r:embed="rId3"/>
          <a:stretch>
            <a:fillRect/>
          </a:stretch>
        </p:blipFill>
        <p:spPr>
          <a:xfrm>
            <a:off x="4135292" y="3573162"/>
            <a:ext cx="3839039" cy="2718488"/>
          </a:xfrm>
          <a:prstGeom prst="rect">
            <a:avLst/>
          </a:prstGeom>
        </p:spPr>
      </p:pic>
    </p:spTree>
    <p:extLst>
      <p:ext uri="{BB962C8B-B14F-4D97-AF65-F5344CB8AC3E}">
        <p14:creationId xmlns:p14="http://schemas.microsoft.com/office/powerpoint/2010/main" val="618297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4CF3346A-0ACF-9ECF-49AE-9F065F5021F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D20EBFF-6019-3A07-A05E-728AE9EE36D2}"/>
              </a:ext>
            </a:extLst>
          </p:cNvPr>
          <p:cNvSpPr>
            <a:spLocks noGrp="1"/>
          </p:cNvSpPr>
          <p:nvPr>
            <p:ph type="title"/>
          </p:nvPr>
        </p:nvSpPr>
        <p:spPr/>
        <p:txBody>
          <a:bodyPr/>
          <a:lstStyle/>
          <a:p>
            <a:r>
              <a:rPr lang="en-GB" dirty="0">
                <a:cs typeface="Arial"/>
              </a:rPr>
              <a:t>AI and machine learning</a:t>
            </a:r>
          </a:p>
        </p:txBody>
      </p:sp>
      <p:sp>
        <p:nvSpPr>
          <p:cNvPr id="2" name="Date Placeholder 1">
            <a:extLst>
              <a:ext uri="{FF2B5EF4-FFF2-40B4-BE49-F238E27FC236}">
                <a16:creationId xmlns:a16="http://schemas.microsoft.com/office/drawing/2014/main" id="{2361B22C-8155-7287-F4D6-3015F3A40D76}"/>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A0654E89-99EE-B7C8-D4CF-619E309F0144}"/>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2D4C66D4-96F8-5851-72BA-197E347BE263}"/>
              </a:ext>
            </a:extLst>
          </p:cNvPr>
          <p:cNvSpPr>
            <a:spLocks noGrp="1"/>
          </p:cNvSpPr>
          <p:nvPr>
            <p:ph type="sldNum" sz="quarter" idx="12"/>
          </p:nvPr>
        </p:nvSpPr>
        <p:spPr/>
        <p:txBody>
          <a:bodyPr/>
          <a:lstStyle/>
          <a:p>
            <a:fld id="{FC35CEA3-87EB-447D-B809-4C40576A5817}" type="slidenum">
              <a:rPr lang="en-GB" smtClean="0"/>
              <a:t>11</a:t>
            </a:fld>
            <a:endParaRPr lang="en-GB" dirty="0"/>
          </a:p>
        </p:txBody>
      </p:sp>
      <p:sp>
        <p:nvSpPr>
          <p:cNvPr id="5" name="Text Placeholder 4">
            <a:extLst>
              <a:ext uri="{FF2B5EF4-FFF2-40B4-BE49-F238E27FC236}">
                <a16:creationId xmlns:a16="http://schemas.microsoft.com/office/drawing/2014/main" id="{9A63A757-DD02-ECF9-F31C-52D7483FB073}"/>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1B09CDF6-61A0-13F1-1DEC-49F8582FF8F4}"/>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8" name="TextBox 7">
            <a:extLst>
              <a:ext uri="{FF2B5EF4-FFF2-40B4-BE49-F238E27FC236}">
                <a16:creationId xmlns:a16="http://schemas.microsoft.com/office/drawing/2014/main" id="{D2A19FF7-3606-B1CF-4738-7C60817D80DD}"/>
              </a:ext>
            </a:extLst>
          </p:cNvPr>
          <p:cNvSpPr txBox="1"/>
          <p:nvPr/>
        </p:nvSpPr>
        <p:spPr>
          <a:xfrm>
            <a:off x="741680" y="2326640"/>
            <a:ext cx="9580880" cy="3077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dirty="0">
                <a:ea typeface="+mn-lt"/>
                <a:cs typeface="+mn-lt"/>
              </a:rPr>
              <a:t>One machine learning technique is deep learning, which </a:t>
            </a:r>
            <a:r>
              <a:rPr lang="en-US" sz="2000">
                <a:ea typeface="+mn-lt"/>
                <a:cs typeface="+mn-lt"/>
              </a:rPr>
              <a:t>is </a:t>
            </a:r>
            <a:r>
              <a:rPr lang="en-US" sz="2000" err="1">
                <a:ea typeface="+mn-lt"/>
                <a:cs typeface="+mn-lt"/>
              </a:rPr>
              <a:t>based </a:t>
            </a:r>
            <a:r>
              <a:rPr lang="en-US" sz="2000">
                <a:ea typeface="+mn-lt"/>
                <a:cs typeface="+mn-lt"/>
              </a:rPr>
              <a:t>on mathematics</a:t>
            </a:r>
            <a:endParaRPr lang="en-US">
              <a:cs typeface="Arial"/>
            </a:endParaRPr>
          </a:p>
        </p:txBody>
      </p:sp>
      <p:pic>
        <p:nvPicPr>
          <p:cNvPr id="11" name="Picture 10" descr="A diagram of a network&#10;&#10;AI-generated content may be incorrect.">
            <a:extLst>
              <a:ext uri="{FF2B5EF4-FFF2-40B4-BE49-F238E27FC236}">
                <a16:creationId xmlns:a16="http://schemas.microsoft.com/office/drawing/2014/main" id="{AE897676-6299-EC99-65E4-7D25B5339341}"/>
              </a:ext>
            </a:extLst>
          </p:cNvPr>
          <p:cNvPicPr>
            <a:picLocks noChangeAspect="1"/>
          </p:cNvPicPr>
          <p:nvPr/>
        </p:nvPicPr>
        <p:blipFill>
          <a:blip r:embed="rId3"/>
          <a:stretch>
            <a:fillRect/>
          </a:stretch>
        </p:blipFill>
        <p:spPr>
          <a:xfrm>
            <a:off x="1052195" y="3167063"/>
            <a:ext cx="5048250" cy="2545715"/>
          </a:xfrm>
          <a:prstGeom prst="rect">
            <a:avLst/>
          </a:prstGeom>
        </p:spPr>
      </p:pic>
      <p:pic>
        <p:nvPicPr>
          <p:cNvPr id="12" name="Picture 11" descr="A diagram of machine learning&#10;&#10;AI-generated content may be incorrect.">
            <a:extLst>
              <a:ext uri="{FF2B5EF4-FFF2-40B4-BE49-F238E27FC236}">
                <a16:creationId xmlns:a16="http://schemas.microsoft.com/office/drawing/2014/main" id="{6AE2E522-A0EF-AB0C-57CF-90A731870F24}"/>
              </a:ext>
            </a:extLst>
          </p:cNvPr>
          <p:cNvPicPr>
            <a:picLocks noChangeAspect="1"/>
          </p:cNvPicPr>
          <p:nvPr/>
        </p:nvPicPr>
        <p:blipFill>
          <a:blip r:embed="rId4"/>
          <a:stretch>
            <a:fillRect/>
          </a:stretch>
        </p:blipFill>
        <p:spPr>
          <a:xfrm>
            <a:off x="6545897" y="2875598"/>
            <a:ext cx="3316605" cy="2834005"/>
          </a:xfrm>
          <a:prstGeom prst="rect">
            <a:avLst/>
          </a:prstGeom>
        </p:spPr>
      </p:pic>
    </p:spTree>
    <p:extLst>
      <p:ext uri="{BB962C8B-B14F-4D97-AF65-F5344CB8AC3E}">
        <p14:creationId xmlns:p14="http://schemas.microsoft.com/office/powerpoint/2010/main" val="2149900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621A3D61-B79A-016B-BDD8-01800E1B146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DFC7B1E-CB55-B005-6859-4DE0AE9F9D75}"/>
              </a:ext>
            </a:extLst>
          </p:cNvPr>
          <p:cNvSpPr>
            <a:spLocks noGrp="1"/>
          </p:cNvSpPr>
          <p:nvPr>
            <p:ph type="title"/>
          </p:nvPr>
        </p:nvSpPr>
        <p:spPr/>
        <p:txBody>
          <a:bodyPr/>
          <a:lstStyle/>
          <a:p>
            <a:r>
              <a:rPr lang="en-GB" dirty="0">
                <a:cs typeface="Arial"/>
              </a:rPr>
              <a:t>Applications of DATA SCIENCE</a:t>
            </a:r>
          </a:p>
        </p:txBody>
      </p:sp>
      <p:sp>
        <p:nvSpPr>
          <p:cNvPr id="2" name="Date Placeholder 1">
            <a:extLst>
              <a:ext uri="{FF2B5EF4-FFF2-40B4-BE49-F238E27FC236}">
                <a16:creationId xmlns:a16="http://schemas.microsoft.com/office/drawing/2014/main" id="{E49E9719-3FF0-57F2-9216-ABE32E2F0525}"/>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91328A94-D70E-46F9-23E9-F95C5FF6295C}"/>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02F85A48-CD44-E72E-B037-DD5082C6E731}"/>
              </a:ext>
            </a:extLst>
          </p:cNvPr>
          <p:cNvSpPr>
            <a:spLocks noGrp="1"/>
          </p:cNvSpPr>
          <p:nvPr>
            <p:ph type="sldNum" sz="quarter" idx="12"/>
          </p:nvPr>
        </p:nvSpPr>
        <p:spPr/>
        <p:txBody>
          <a:bodyPr/>
          <a:lstStyle/>
          <a:p>
            <a:fld id="{FC35CEA3-87EB-447D-B809-4C40576A5817}" type="slidenum">
              <a:rPr lang="en-GB" smtClean="0"/>
              <a:t>12</a:t>
            </a:fld>
            <a:endParaRPr lang="en-GB" dirty="0"/>
          </a:p>
        </p:txBody>
      </p:sp>
      <p:sp>
        <p:nvSpPr>
          <p:cNvPr id="5" name="Text Placeholder 4">
            <a:extLst>
              <a:ext uri="{FF2B5EF4-FFF2-40B4-BE49-F238E27FC236}">
                <a16:creationId xmlns:a16="http://schemas.microsoft.com/office/drawing/2014/main" id="{76C6E803-B846-F28B-00F6-1EE345632475}"/>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E441FF2D-DF53-F05C-D860-8B8447C8F243}"/>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8" name="TextBox 7">
            <a:extLst>
              <a:ext uri="{FF2B5EF4-FFF2-40B4-BE49-F238E27FC236}">
                <a16:creationId xmlns:a16="http://schemas.microsoft.com/office/drawing/2014/main" id="{ED876F93-D9C0-8CAC-1A6B-F37C43377387}"/>
              </a:ext>
            </a:extLst>
          </p:cNvPr>
          <p:cNvSpPr txBox="1"/>
          <p:nvPr/>
        </p:nvSpPr>
        <p:spPr>
          <a:xfrm>
            <a:off x="586154" y="2499946"/>
            <a:ext cx="715107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r>
              <a:rPr lang="en-US" sz="2000">
                <a:ea typeface="+mn-lt"/>
                <a:cs typeface="+mn-lt"/>
              </a:rPr>
              <a:t>Data Science is used to increase profits of many companies.</a:t>
            </a:r>
            <a:endParaRPr lang="en-US"/>
          </a:p>
        </p:txBody>
      </p:sp>
      <p:pic>
        <p:nvPicPr>
          <p:cNvPr id="9" name="Picture 8" descr="A book cover with text and blue and white stripes&#10;&#10;AI-generated content may be incorrect.">
            <a:extLst>
              <a:ext uri="{FF2B5EF4-FFF2-40B4-BE49-F238E27FC236}">
                <a16:creationId xmlns:a16="http://schemas.microsoft.com/office/drawing/2014/main" id="{ECDE7D76-533D-D2A1-7CC9-18093E62D0C4}"/>
              </a:ext>
            </a:extLst>
          </p:cNvPr>
          <p:cNvPicPr>
            <a:picLocks noChangeAspect="1"/>
          </p:cNvPicPr>
          <p:nvPr/>
        </p:nvPicPr>
        <p:blipFill>
          <a:blip r:embed="rId3"/>
          <a:stretch>
            <a:fillRect/>
          </a:stretch>
        </p:blipFill>
        <p:spPr>
          <a:xfrm>
            <a:off x="8043863" y="887657"/>
            <a:ext cx="2809875" cy="4238625"/>
          </a:xfrm>
          <a:prstGeom prst="rect">
            <a:avLst/>
          </a:prstGeom>
        </p:spPr>
      </p:pic>
      <p:sp>
        <p:nvSpPr>
          <p:cNvPr id="11" name="TextBox 10">
            <a:extLst>
              <a:ext uri="{FF2B5EF4-FFF2-40B4-BE49-F238E27FC236}">
                <a16:creationId xmlns:a16="http://schemas.microsoft.com/office/drawing/2014/main" id="{0514B3BB-8219-BFD1-25D7-E49A317E9F52}"/>
              </a:ext>
            </a:extLst>
          </p:cNvPr>
          <p:cNvSpPr txBox="1"/>
          <p:nvPr/>
        </p:nvSpPr>
        <p:spPr>
          <a:xfrm>
            <a:off x="561339" y="3014980"/>
            <a:ext cx="6675120" cy="181588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Great Ormond Street Hospital for Children</a:t>
            </a:r>
            <a:endParaRPr lang="en-US"/>
          </a:p>
          <a:p>
            <a:r>
              <a:rPr lang="en-US" sz="2000">
                <a:ea typeface="+mn-lt"/>
                <a:cs typeface="+mn-lt"/>
              </a:rPr>
              <a:t>One of the biggest challenges in rare diseases is getting an</a:t>
            </a:r>
            <a:endParaRPr lang="en-US"/>
          </a:p>
          <a:p>
            <a:r>
              <a:rPr lang="en-US" sz="2000">
                <a:ea typeface="+mn-lt"/>
                <a:cs typeface="+mn-lt"/>
              </a:rPr>
              <a:t>accurate diagnosis. Many families go through years of un-</a:t>
            </a:r>
            <a:endParaRPr lang="en-US"/>
          </a:p>
          <a:p>
            <a:r>
              <a:rPr lang="en-US" sz="2000">
                <a:ea typeface="+mn-lt"/>
                <a:cs typeface="+mn-lt"/>
              </a:rPr>
              <a:t>certainty before they find the right answers. By embracing</a:t>
            </a:r>
            <a:endParaRPr lang="en-US"/>
          </a:p>
          <a:p>
            <a:r>
              <a:rPr lang="en-US" sz="2000">
                <a:ea typeface="+mn-lt"/>
                <a:cs typeface="+mn-lt"/>
              </a:rPr>
              <a:t>developments in data science and new technologies, they</a:t>
            </a:r>
            <a:endParaRPr lang="en-US"/>
          </a:p>
          <a:p>
            <a:pPr>
              <a:lnSpc>
                <a:spcPct val="90000"/>
              </a:lnSpc>
              <a:spcAft>
                <a:spcPts val="1500"/>
              </a:spcAft>
            </a:pPr>
            <a:r>
              <a:rPr lang="en-US" sz="2000">
                <a:ea typeface="+mn-lt"/>
                <a:cs typeface="+mn-lt"/>
              </a:rPr>
              <a:t>hope to reduce the diagnostic odyssey</a:t>
            </a:r>
            <a:endParaRPr lang="en-US"/>
          </a:p>
        </p:txBody>
      </p:sp>
    </p:spTree>
    <p:extLst>
      <p:ext uri="{BB962C8B-B14F-4D97-AF65-F5344CB8AC3E}">
        <p14:creationId xmlns:p14="http://schemas.microsoft.com/office/powerpoint/2010/main" val="381197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3427E12D-CB11-C648-74FB-4631DFAF4A8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A1B7386-3FD4-11EC-58C8-81BF32F4A7E4}"/>
              </a:ext>
            </a:extLst>
          </p:cNvPr>
          <p:cNvSpPr>
            <a:spLocks noGrp="1"/>
          </p:cNvSpPr>
          <p:nvPr>
            <p:ph type="title"/>
          </p:nvPr>
        </p:nvSpPr>
        <p:spPr/>
        <p:txBody>
          <a:bodyPr/>
          <a:lstStyle/>
          <a:p>
            <a:r>
              <a:rPr lang="en-GB" dirty="0">
                <a:cs typeface="Arial"/>
              </a:rPr>
              <a:t>CONTENTS</a:t>
            </a:r>
          </a:p>
        </p:txBody>
      </p:sp>
      <p:sp>
        <p:nvSpPr>
          <p:cNvPr id="2" name="Date Placeholder 1">
            <a:extLst>
              <a:ext uri="{FF2B5EF4-FFF2-40B4-BE49-F238E27FC236}">
                <a16:creationId xmlns:a16="http://schemas.microsoft.com/office/drawing/2014/main" id="{2E1A0BA9-97DE-9A3B-970C-3BFA0BB810B3}"/>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4E79CA31-6E9E-6464-E798-3CB3F4F2F735}"/>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BBBC68B5-6431-C974-7B60-B3B95BBE0E72}"/>
              </a:ext>
            </a:extLst>
          </p:cNvPr>
          <p:cNvSpPr>
            <a:spLocks noGrp="1"/>
          </p:cNvSpPr>
          <p:nvPr>
            <p:ph type="sldNum" sz="quarter" idx="12"/>
          </p:nvPr>
        </p:nvSpPr>
        <p:spPr/>
        <p:txBody>
          <a:bodyPr/>
          <a:lstStyle/>
          <a:p>
            <a:fld id="{FC35CEA3-87EB-447D-B809-4C40576A5817}" type="slidenum">
              <a:rPr lang="en-GB" smtClean="0"/>
              <a:t>13</a:t>
            </a:fld>
            <a:endParaRPr lang="en-GB" dirty="0"/>
          </a:p>
        </p:txBody>
      </p:sp>
      <p:sp>
        <p:nvSpPr>
          <p:cNvPr id="5" name="Text Placeholder 4">
            <a:extLst>
              <a:ext uri="{FF2B5EF4-FFF2-40B4-BE49-F238E27FC236}">
                <a16:creationId xmlns:a16="http://schemas.microsoft.com/office/drawing/2014/main" id="{FE2A18FC-392B-F99C-7B26-DBF6D232CD45}"/>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B32FE67A-B31B-6909-7F83-D56972F47AA7}"/>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8" name="TextBox 7">
            <a:extLst>
              <a:ext uri="{FF2B5EF4-FFF2-40B4-BE49-F238E27FC236}">
                <a16:creationId xmlns:a16="http://schemas.microsoft.com/office/drawing/2014/main" id="{F3F951A8-F7EF-720A-9752-4E5AE5E3F926}"/>
              </a:ext>
            </a:extLst>
          </p:cNvPr>
          <p:cNvSpPr txBox="1"/>
          <p:nvPr/>
        </p:nvSpPr>
        <p:spPr>
          <a:xfrm>
            <a:off x="624016" y="2705100"/>
            <a:ext cx="4905630" cy="212365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 First year partly what you expect</a:t>
            </a:r>
            <a:endParaRPr lang="en-US"/>
          </a:p>
          <a:p>
            <a:r>
              <a:rPr lang="en-US" sz="2000">
                <a:ea typeface="+mn-lt"/>
                <a:cs typeface="+mn-lt"/>
              </a:rPr>
              <a:t>(calculus, vectors, matrices).</a:t>
            </a:r>
            <a:endParaRPr lang="en-US"/>
          </a:p>
          <a:p>
            <a:r>
              <a:rPr lang="en-US" sz="2000" dirty="0">
                <a:ea typeface="+mn-lt"/>
                <a:cs typeface="+mn-lt"/>
              </a:rPr>
              <a:t>▶ Much more </a:t>
            </a:r>
            <a:r>
              <a:rPr lang="en-US" sz="2000" dirty="0" err="1">
                <a:ea typeface="+mn-lt"/>
                <a:cs typeface="+mn-lt"/>
              </a:rPr>
              <a:t>rigour</a:t>
            </a:r>
            <a:r>
              <a:rPr lang="en-US" sz="2000" dirty="0">
                <a:ea typeface="+mn-lt"/>
                <a:cs typeface="+mn-lt"/>
              </a:rPr>
              <a:t> (proof).</a:t>
            </a:r>
            <a:endParaRPr lang="en-US" dirty="0"/>
          </a:p>
          <a:p>
            <a:r>
              <a:rPr lang="en-US" sz="2000">
                <a:ea typeface="+mn-lt"/>
                <a:cs typeface="+mn-lt"/>
              </a:rPr>
              <a:t>▶ More choice in final year.</a:t>
            </a:r>
            <a:endParaRPr lang="en-US"/>
          </a:p>
          <a:p>
            <a:r>
              <a:rPr lang="en-US" sz="2000" dirty="0">
                <a:ea typeface="+mn-lt"/>
                <a:cs typeface="+mn-lt"/>
              </a:rPr>
              <a:t>▶ Assessment: generally 60-80% exam,</a:t>
            </a:r>
            <a:endParaRPr lang="en-US" dirty="0"/>
          </a:p>
          <a:p>
            <a:r>
              <a:rPr lang="en-US" sz="2000" dirty="0">
                <a:ea typeface="+mn-lt"/>
                <a:cs typeface="+mn-lt"/>
              </a:rPr>
              <a:t>plus coursework (CW). Some CW-only</a:t>
            </a:r>
            <a:endParaRPr lang="en-US" dirty="0"/>
          </a:p>
          <a:p>
            <a:pPr algn="l">
              <a:lnSpc>
                <a:spcPct val="90000"/>
              </a:lnSpc>
              <a:spcAft>
                <a:spcPts val="1500"/>
              </a:spcAft>
            </a:pPr>
            <a:r>
              <a:rPr lang="en-US" sz="2000">
                <a:ea typeface="+mn-lt"/>
                <a:cs typeface="+mn-lt"/>
              </a:rPr>
              <a:t>modules.</a:t>
            </a:r>
            <a:endParaRPr lang="en-US"/>
          </a:p>
        </p:txBody>
      </p:sp>
      <p:pic>
        <p:nvPicPr>
          <p:cNvPr id="9" name="Picture 8" descr="A graph of a slope&#10;&#10;AI-generated content may be incorrect.">
            <a:extLst>
              <a:ext uri="{FF2B5EF4-FFF2-40B4-BE49-F238E27FC236}">
                <a16:creationId xmlns:a16="http://schemas.microsoft.com/office/drawing/2014/main" id="{ECFDC323-8A79-ED3F-CDD6-9D9CF2191B95}"/>
              </a:ext>
            </a:extLst>
          </p:cNvPr>
          <p:cNvPicPr>
            <a:picLocks noChangeAspect="1"/>
          </p:cNvPicPr>
          <p:nvPr/>
        </p:nvPicPr>
        <p:blipFill>
          <a:blip r:embed="rId3"/>
          <a:stretch>
            <a:fillRect/>
          </a:stretch>
        </p:blipFill>
        <p:spPr>
          <a:xfrm>
            <a:off x="5802527" y="1509712"/>
            <a:ext cx="5354594" cy="3838575"/>
          </a:xfrm>
          <a:prstGeom prst="rect">
            <a:avLst/>
          </a:prstGeom>
        </p:spPr>
      </p:pic>
    </p:spTree>
    <p:extLst>
      <p:ext uri="{BB962C8B-B14F-4D97-AF65-F5344CB8AC3E}">
        <p14:creationId xmlns:p14="http://schemas.microsoft.com/office/powerpoint/2010/main" val="3134416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3280A059-77C3-A0C9-56BA-577787D72EB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EB42838-E94B-1800-B2F2-3A4F03DBAA33}"/>
              </a:ext>
            </a:extLst>
          </p:cNvPr>
          <p:cNvSpPr>
            <a:spLocks noGrp="1"/>
          </p:cNvSpPr>
          <p:nvPr>
            <p:ph type="title"/>
          </p:nvPr>
        </p:nvSpPr>
        <p:spPr/>
        <p:txBody>
          <a:bodyPr/>
          <a:lstStyle/>
          <a:p>
            <a:r>
              <a:rPr lang="en-GB" dirty="0">
                <a:cs typeface="Arial"/>
              </a:rPr>
              <a:t>STUDENT SUPPORT</a:t>
            </a:r>
          </a:p>
        </p:txBody>
      </p:sp>
      <p:sp>
        <p:nvSpPr>
          <p:cNvPr id="2" name="Date Placeholder 1">
            <a:extLst>
              <a:ext uri="{FF2B5EF4-FFF2-40B4-BE49-F238E27FC236}">
                <a16:creationId xmlns:a16="http://schemas.microsoft.com/office/drawing/2014/main" id="{21940963-6389-C208-13EE-5B84AC00D06C}"/>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B5DB8522-C24F-14E3-C19A-9E6C8859A07B}"/>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36C59144-E857-E9BB-0550-702F6518D079}"/>
              </a:ext>
            </a:extLst>
          </p:cNvPr>
          <p:cNvSpPr>
            <a:spLocks noGrp="1"/>
          </p:cNvSpPr>
          <p:nvPr>
            <p:ph type="sldNum" sz="quarter" idx="12"/>
          </p:nvPr>
        </p:nvSpPr>
        <p:spPr/>
        <p:txBody>
          <a:bodyPr/>
          <a:lstStyle/>
          <a:p>
            <a:fld id="{FC35CEA3-87EB-447D-B809-4C40576A5817}" type="slidenum">
              <a:rPr lang="en-GB" smtClean="0"/>
              <a:t>14</a:t>
            </a:fld>
            <a:endParaRPr lang="en-GB" dirty="0"/>
          </a:p>
        </p:txBody>
      </p:sp>
      <p:sp>
        <p:nvSpPr>
          <p:cNvPr id="5" name="Text Placeholder 4">
            <a:extLst>
              <a:ext uri="{FF2B5EF4-FFF2-40B4-BE49-F238E27FC236}">
                <a16:creationId xmlns:a16="http://schemas.microsoft.com/office/drawing/2014/main" id="{39D18784-5BB0-3D37-4479-DEA96711269D}"/>
              </a:ext>
            </a:extLst>
          </p:cNvPr>
          <p:cNvSpPr>
            <a:spLocks noGrp="1"/>
          </p:cNvSpPr>
          <p:nvPr>
            <p:ph type="body" sz="quarter" idx="18"/>
          </p:nvPr>
        </p:nvSpPr>
        <p:spPr/>
        <p:txBody>
          <a:bodyPr/>
          <a:lstStyle/>
          <a:p>
            <a:endParaRPr lang="en-GB"/>
          </a:p>
        </p:txBody>
      </p:sp>
      <p:sp>
        <p:nvSpPr>
          <p:cNvPr id="12" name="TextBox 11">
            <a:extLst>
              <a:ext uri="{FF2B5EF4-FFF2-40B4-BE49-F238E27FC236}">
                <a16:creationId xmlns:a16="http://schemas.microsoft.com/office/drawing/2014/main" id="{CB5ABE8D-9CA3-FF9C-A146-5C135D34BA6A}"/>
              </a:ext>
            </a:extLst>
          </p:cNvPr>
          <p:cNvSpPr txBox="1"/>
          <p:nvPr/>
        </p:nvSpPr>
        <p:spPr>
          <a:xfrm>
            <a:off x="675540" y="2670564"/>
            <a:ext cx="7219091" cy="240065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 Personal tutor system</a:t>
            </a:r>
            <a:endParaRPr lang="en-US"/>
          </a:p>
          <a:p>
            <a:r>
              <a:rPr lang="en-US" sz="2000" dirty="0">
                <a:ea typeface="+mn-lt"/>
                <a:cs typeface="+mn-lt"/>
              </a:rPr>
              <a:t>▶ Drop in </a:t>
            </a:r>
            <a:r>
              <a:rPr lang="en-US" sz="2000" dirty="0" err="1">
                <a:ea typeface="+mn-lt"/>
                <a:cs typeface="+mn-lt"/>
              </a:rPr>
              <a:t>centres</a:t>
            </a:r>
            <a:endParaRPr lang="en-US" dirty="0" err="1"/>
          </a:p>
          <a:p>
            <a:r>
              <a:rPr lang="en-US" sz="2000">
                <a:ea typeface="+mn-lt"/>
                <a:cs typeface="+mn-lt"/>
              </a:rPr>
              <a:t>▶ Approachable lecturers</a:t>
            </a:r>
            <a:endParaRPr lang="en-US"/>
          </a:p>
          <a:p>
            <a:r>
              <a:rPr lang="en-US" sz="2000" dirty="0">
                <a:ea typeface="+mn-lt"/>
                <a:cs typeface="+mn-lt"/>
              </a:rPr>
              <a:t>▶ Course booklet and recorded lectu</a:t>
            </a:r>
            <a:r>
              <a:rPr lang="en-US" sz="2000">
                <a:ea typeface="+mn-lt"/>
                <a:cs typeface="+mn-lt"/>
              </a:rPr>
              <a:t>res </a:t>
            </a:r>
            <a:endParaRPr lang="en-US"/>
          </a:p>
          <a:p>
            <a:r>
              <a:rPr lang="en-US" sz="2000">
                <a:ea typeface="+mn-lt"/>
                <a:cs typeface="+mn-lt"/>
              </a:rPr>
              <a:t>▶ Support classes (tutorials, PALS)</a:t>
            </a:r>
            <a:endParaRPr lang="en-US"/>
          </a:p>
          <a:p>
            <a:r>
              <a:rPr lang="en-US" sz="2000">
                <a:ea typeface="+mn-lt"/>
                <a:cs typeface="+mn-lt"/>
              </a:rPr>
              <a:t>▶ 12 hours of classes (lectures, computer labs etc.) per week.</a:t>
            </a:r>
            <a:endParaRPr lang="en-US"/>
          </a:p>
          <a:p>
            <a:pPr>
              <a:lnSpc>
                <a:spcPct val="90000"/>
              </a:lnSpc>
              <a:spcAft>
                <a:spcPts val="1500"/>
              </a:spcAft>
            </a:pPr>
            <a:r>
              <a:rPr lang="en-US" sz="2000">
                <a:ea typeface="+mn-lt"/>
                <a:cs typeface="+mn-lt"/>
              </a:rPr>
              <a:t>▶ Employability sessions delivered by professional Careers Advisors</a:t>
            </a:r>
            <a:endParaRPr lang="en-US"/>
          </a:p>
        </p:txBody>
      </p:sp>
      <p:pic>
        <p:nvPicPr>
          <p:cNvPr id="6" name="Picture 5" descr="A hand holding a tablet with a math equation on it&#10;&#10;AI-generated content may be incorrect.">
            <a:extLst>
              <a:ext uri="{FF2B5EF4-FFF2-40B4-BE49-F238E27FC236}">
                <a16:creationId xmlns:a16="http://schemas.microsoft.com/office/drawing/2014/main" id="{777A0BE4-4A5F-7E45-877C-D25AE45C6ED2}"/>
              </a:ext>
            </a:extLst>
          </p:cNvPr>
          <p:cNvPicPr>
            <a:picLocks noChangeAspect="1"/>
          </p:cNvPicPr>
          <p:nvPr/>
        </p:nvPicPr>
        <p:blipFill>
          <a:blip r:embed="rId3"/>
          <a:stretch>
            <a:fillRect/>
          </a:stretch>
        </p:blipFill>
        <p:spPr>
          <a:xfrm>
            <a:off x="6475692" y="879230"/>
            <a:ext cx="4093970" cy="3059724"/>
          </a:xfrm>
          <a:prstGeom prst="rect">
            <a:avLst/>
          </a:prstGeom>
        </p:spPr>
      </p:pic>
    </p:spTree>
    <p:extLst>
      <p:ext uri="{BB962C8B-B14F-4D97-AF65-F5344CB8AC3E}">
        <p14:creationId xmlns:p14="http://schemas.microsoft.com/office/powerpoint/2010/main" val="1914783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944BD6E5-DC6C-21B6-1BCC-808FF2E9A18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FFDFE7B5-240B-00BD-F4AE-A33A04D7E764}"/>
              </a:ext>
            </a:extLst>
          </p:cNvPr>
          <p:cNvSpPr>
            <a:spLocks noGrp="1"/>
          </p:cNvSpPr>
          <p:nvPr>
            <p:ph type="title"/>
          </p:nvPr>
        </p:nvSpPr>
        <p:spPr>
          <a:xfrm>
            <a:off x="565200" y="703432"/>
            <a:ext cx="5714530" cy="950102"/>
          </a:xfrm>
        </p:spPr>
        <p:txBody>
          <a:bodyPr/>
          <a:lstStyle/>
          <a:p>
            <a:r>
              <a:rPr lang="en-GB" dirty="0">
                <a:cs typeface="Arial"/>
              </a:rPr>
              <a:t>A TRACK RECORD of satisfied students</a:t>
            </a:r>
          </a:p>
        </p:txBody>
      </p:sp>
      <p:sp>
        <p:nvSpPr>
          <p:cNvPr id="2" name="Date Placeholder 1">
            <a:extLst>
              <a:ext uri="{FF2B5EF4-FFF2-40B4-BE49-F238E27FC236}">
                <a16:creationId xmlns:a16="http://schemas.microsoft.com/office/drawing/2014/main" id="{1ADD422A-1B86-BE9C-3316-23F0344A3096}"/>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7312E1D7-35F0-B181-BA4E-B8B370A55776}"/>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1BEA452E-C69B-A586-8EE0-2FB287BDCC30}"/>
              </a:ext>
            </a:extLst>
          </p:cNvPr>
          <p:cNvSpPr>
            <a:spLocks noGrp="1"/>
          </p:cNvSpPr>
          <p:nvPr>
            <p:ph type="sldNum" sz="quarter" idx="12"/>
          </p:nvPr>
        </p:nvSpPr>
        <p:spPr/>
        <p:txBody>
          <a:bodyPr/>
          <a:lstStyle/>
          <a:p>
            <a:fld id="{FC35CEA3-87EB-447D-B809-4C40576A5817}" type="slidenum">
              <a:rPr lang="en-GB" smtClean="0"/>
              <a:t>15</a:t>
            </a:fld>
            <a:endParaRPr lang="en-GB" dirty="0"/>
          </a:p>
        </p:txBody>
      </p:sp>
      <p:sp>
        <p:nvSpPr>
          <p:cNvPr id="5" name="Text Placeholder 4">
            <a:extLst>
              <a:ext uri="{FF2B5EF4-FFF2-40B4-BE49-F238E27FC236}">
                <a16:creationId xmlns:a16="http://schemas.microsoft.com/office/drawing/2014/main" id="{6364E32D-1663-5776-7ABB-E6EF945B41F1}"/>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AB41DC89-B773-A742-BDCD-6D57423E78A0}"/>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9" name="TextBox 8">
            <a:extLst>
              <a:ext uri="{FF2B5EF4-FFF2-40B4-BE49-F238E27FC236}">
                <a16:creationId xmlns:a16="http://schemas.microsoft.com/office/drawing/2014/main" id="{37A3ABAF-28FF-3849-0C72-029AA6C118EE}"/>
              </a:ext>
            </a:extLst>
          </p:cNvPr>
          <p:cNvSpPr txBox="1"/>
          <p:nvPr/>
        </p:nvSpPr>
        <p:spPr>
          <a:xfrm>
            <a:off x="758041" y="1725987"/>
            <a:ext cx="10486765" cy="366254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dirty="0">
                <a:ea typeface="+mn-lt"/>
                <a:cs typeface="+mn-lt"/>
              </a:rPr>
              <a:t>Consistent high scores for students’ satisfac-</a:t>
            </a:r>
            <a:endParaRPr lang="en-US" dirty="0"/>
          </a:p>
          <a:p>
            <a:r>
              <a:rPr lang="en-US" sz="2000" dirty="0">
                <a:ea typeface="+mn-lt"/>
                <a:cs typeface="+mn-lt"/>
              </a:rPr>
              <a:t>tion. Guardian Mathematics League Table</a:t>
            </a:r>
            <a:endParaRPr lang="en-US" dirty="0"/>
          </a:p>
          <a:p>
            <a:r>
              <a:rPr lang="en-US" sz="2000" dirty="0">
                <a:ea typeface="+mn-lt"/>
                <a:cs typeface="+mn-lt"/>
              </a:rPr>
              <a:t>▶ 2025: 2nd satisfaction with Mathematics teaching.</a:t>
            </a:r>
            <a:endParaRPr lang="en-US" dirty="0"/>
          </a:p>
          <a:p>
            <a:r>
              <a:rPr lang="en-US" sz="2000" dirty="0">
                <a:ea typeface="+mn-lt"/>
                <a:cs typeface="+mn-lt"/>
              </a:rPr>
              <a:t>▶ 2024: 2nd satisfaction with Mathematics teaching.</a:t>
            </a:r>
            <a:endParaRPr lang="en-US" dirty="0"/>
          </a:p>
          <a:p>
            <a:r>
              <a:rPr lang="en-US" sz="2000" dirty="0">
                <a:ea typeface="+mn-lt"/>
                <a:cs typeface="+mn-lt"/>
              </a:rPr>
              <a:t>▶ 2023: 2nd satisfaction with Mathematics teaching.</a:t>
            </a:r>
            <a:endParaRPr lang="en-US" dirty="0"/>
          </a:p>
          <a:p>
            <a:endParaRPr lang="en-US" sz="2000" dirty="0">
              <a:ea typeface="+mn-lt"/>
              <a:cs typeface="+mn-lt"/>
            </a:endParaRPr>
          </a:p>
          <a:p>
            <a:r>
              <a:rPr lang="en-US" sz="2000" dirty="0">
                <a:ea typeface="+mn-lt"/>
                <a:cs typeface="+mn-lt"/>
              </a:rPr>
              <a:t>This year Mathematics at the University of Plymouth is rated 10th in the UK in Guardian Mathematics League Table.</a:t>
            </a:r>
          </a:p>
          <a:p>
            <a:endParaRPr lang="en-US" sz="2000" dirty="0">
              <a:ea typeface="+mn-lt"/>
              <a:cs typeface="+mn-lt"/>
            </a:endParaRPr>
          </a:p>
          <a:p>
            <a:r>
              <a:rPr lang="en-US" sz="2000" dirty="0">
                <a:ea typeface="+mn-lt"/>
                <a:cs typeface="+mn-lt"/>
              </a:rPr>
              <a:t>87 % of mathematics graduates, from this school,</a:t>
            </a:r>
            <a:endParaRPr lang="en-US" dirty="0">
              <a:cs typeface="Arial"/>
            </a:endParaRPr>
          </a:p>
          <a:p>
            <a:r>
              <a:rPr lang="en-US" sz="2000" dirty="0">
                <a:ea typeface="+mn-lt"/>
                <a:cs typeface="+mn-lt"/>
              </a:rPr>
              <a:t>were working in a graduate jobs after 15 months</a:t>
            </a:r>
            <a:endParaRPr lang="en-US" dirty="0"/>
          </a:p>
          <a:p>
            <a:pPr>
              <a:lnSpc>
                <a:spcPct val="90000"/>
              </a:lnSpc>
              <a:spcAft>
                <a:spcPts val="1500"/>
              </a:spcAft>
            </a:pPr>
            <a:r>
              <a:rPr lang="en-US" sz="2000" dirty="0">
                <a:ea typeface="+mn-lt"/>
                <a:cs typeface="+mn-lt"/>
              </a:rPr>
              <a:t>(Guardian league table 2025)</a:t>
            </a:r>
            <a:endParaRPr lang="en-US" dirty="0"/>
          </a:p>
        </p:txBody>
      </p:sp>
      <p:pic>
        <p:nvPicPr>
          <p:cNvPr id="11" name="Picture 10" descr="A yellow rectangular sign with blue text&#10;&#10;AI-generated content may be incorrect.">
            <a:extLst>
              <a:ext uri="{FF2B5EF4-FFF2-40B4-BE49-F238E27FC236}">
                <a16:creationId xmlns:a16="http://schemas.microsoft.com/office/drawing/2014/main" id="{B97C7481-5A5C-4C82-A757-87003133939E}"/>
              </a:ext>
            </a:extLst>
          </p:cNvPr>
          <p:cNvPicPr>
            <a:picLocks noChangeAspect="1"/>
          </p:cNvPicPr>
          <p:nvPr/>
        </p:nvPicPr>
        <p:blipFill>
          <a:blip r:embed="rId3"/>
          <a:stretch>
            <a:fillRect/>
          </a:stretch>
        </p:blipFill>
        <p:spPr>
          <a:xfrm>
            <a:off x="7136025" y="873244"/>
            <a:ext cx="3892381" cy="1466270"/>
          </a:xfrm>
          <a:prstGeom prst="rect">
            <a:avLst/>
          </a:prstGeom>
        </p:spPr>
      </p:pic>
    </p:spTree>
    <p:extLst>
      <p:ext uri="{BB962C8B-B14F-4D97-AF65-F5344CB8AC3E}">
        <p14:creationId xmlns:p14="http://schemas.microsoft.com/office/powerpoint/2010/main" val="3462811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8850B7B5-138D-C627-C635-5894280DA89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DA00E2E-3F0F-03E2-3707-1AB13442B1C3}"/>
              </a:ext>
            </a:extLst>
          </p:cNvPr>
          <p:cNvSpPr>
            <a:spLocks noGrp="1"/>
          </p:cNvSpPr>
          <p:nvPr>
            <p:ph type="title"/>
          </p:nvPr>
        </p:nvSpPr>
        <p:spPr/>
        <p:txBody>
          <a:bodyPr/>
          <a:lstStyle/>
          <a:p>
            <a:r>
              <a:rPr lang="en-GB" dirty="0">
                <a:cs typeface="Arial"/>
              </a:rPr>
              <a:t>Placements and careers</a:t>
            </a:r>
          </a:p>
        </p:txBody>
      </p:sp>
      <p:sp>
        <p:nvSpPr>
          <p:cNvPr id="2" name="Date Placeholder 1">
            <a:extLst>
              <a:ext uri="{FF2B5EF4-FFF2-40B4-BE49-F238E27FC236}">
                <a16:creationId xmlns:a16="http://schemas.microsoft.com/office/drawing/2014/main" id="{7F4E40D2-1186-45FB-1009-4FA669099D8B}"/>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9CDEE9CD-4E40-1E06-D63F-39BFA05D0176}"/>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86A4C4AA-AD23-DFBA-9422-07A78822834C}"/>
              </a:ext>
            </a:extLst>
          </p:cNvPr>
          <p:cNvSpPr>
            <a:spLocks noGrp="1"/>
          </p:cNvSpPr>
          <p:nvPr>
            <p:ph type="sldNum" sz="quarter" idx="12"/>
          </p:nvPr>
        </p:nvSpPr>
        <p:spPr/>
        <p:txBody>
          <a:bodyPr/>
          <a:lstStyle/>
          <a:p>
            <a:fld id="{FC35CEA3-87EB-447D-B809-4C40576A5817}" type="slidenum">
              <a:rPr lang="en-GB" smtClean="0"/>
              <a:t>16</a:t>
            </a:fld>
            <a:endParaRPr lang="en-GB" dirty="0"/>
          </a:p>
        </p:txBody>
      </p:sp>
      <p:sp>
        <p:nvSpPr>
          <p:cNvPr id="5" name="Text Placeholder 4">
            <a:extLst>
              <a:ext uri="{FF2B5EF4-FFF2-40B4-BE49-F238E27FC236}">
                <a16:creationId xmlns:a16="http://schemas.microsoft.com/office/drawing/2014/main" id="{B105C0FB-C17D-05C0-0FD5-66DF4354092A}"/>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9CD75C12-CCF2-E036-D515-1B04CD314DEF}"/>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9" name="TextBox 8">
            <a:extLst>
              <a:ext uri="{FF2B5EF4-FFF2-40B4-BE49-F238E27FC236}">
                <a16:creationId xmlns:a16="http://schemas.microsoft.com/office/drawing/2014/main" id="{3622DDF4-375E-08A1-E9C6-F601CDC07DEB}"/>
              </a:ext>
            </a:extLst>
          </p:cNvPr>
          <p:cNvSpPr txBox="1"/>
          <p:nvPr/>
        </p:nvSpPr>
        <p:spPr>
          <a:xfrm>
            <a:off x="568331" y="1188545"/>
            <a:ext cx="9189306" cy="427809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dirty="0">
                <a:ea typeface="+mn-lt"/>
                <a:cs typeface="+mn-lt"/>
              </a:rPr>
              <a:t>Year long placements (typically earn £20 k)</a:t>
            </a:r>
            <a:endParaRPr lang="en-US" dirty="0"/>
          </a:p>
          <a:p>
            <a:r>
              <a:rPr lang="en-US" sz="2000" dirty="0">
                <a:ea typeface="+mn-lt"/>
                <a:cs typeface="+mn-lt"/>
              </a:rPr>
              <a:t>Employers include:</a:t>
            </a:r>
            <a:endParaRPr lang="en-US" dirty="0"/>
          </a:p>
          <a:p>
            <a:r>
              <a:rPr lang="en-US" sz="2000" dirty="0">
                <a:ea typeface="+mn-lt"/>
                <a:cs typeface="+mn-lt"/>
              </a:rPr>
              <a:t>▶ Mastercard, ONS, DSTL, Met Office</a:t>
            </a:r>
            <a:endParaRPr lang="en-US" dirty="0"/>
          </a:p>
          <a:p>
            <a:r>
              <a:rPr lang="en-US" sz="2000" dirty="0">
                <a:ea typeface="+mn-lt"/>
                <a:cs typeface="+mn-lt"/>
              </a:rPr>
              <a:t>▶ Glaxo-Smith-Kline, Eli Lilly. . .</a:t>
            </a:r>
            <a:endParaRPr lang="en-US" dirty="0"/>
          </a:p>
          <a:p>
            <a:r>
              <a:rPr lang="en-US" sz="2000" dirty="0">
                <a:ea typeface="+mn-lt"/>
                <a:cs typeface="+mn-lt"/>
              </a:rPr>
              <a:t>▶ Very successful on return</a:t>
            </a:r>
            <a:endParaRPr lang="en-US" dirty="0"/>
          </a:p>
          <a:p>
            <a:r>
              <a:rPr lang="en-US" sz="2000" dirty="0">
                <a:ea typeface="+mn-lt"/>
                <a:cs typeface="+mn-lt"/>
              </a:rPr>
              <a:t>Other placements</a:t>
            </a:r>
            <a:endParaRPr lang="en-US" dirty="0"/>
          </a:p>
          <a:p>
            <a:r>
              <a:rPr lang="en-US" sz="2000" dirty="0">
                <a:ea typeface="+mn-lt"/>
                <a:cs typeface="+mn-lt"/>
              </a:rPr>
              <a:t>▶ Summer placements in industry.</a:t>
            </a:r>
            <a:endParaRPr lang="en-US" dirty="0"/>
          </a:p>
          <a:p>
            <a:r>
              <a:rPr lang="en-US" sz="2000" dirty="0">
                <a:ea typeface="+mn-lt"/>
                <a:cs typeface="+mn-lt"/>
              </a:rPr>
              <a:t>▶ Summer internship scheme for undergraduate research projects</a:t>
            </a:r>
            <a:endParaRPr lang="en-US" dirty="0"/>
          </a:p>
          <a:p>
            <a:r>
              <a:rPr lang="en-US" sz="2000" dirty="0">
                <a:ea typeface="+mn-lt"/>
                <a:cs typeface="+mn-lt"/>
              </a:rPr>
              <a:t>(£2 k). Funded: LMS, Optometry, EPSRC</a:t>
            </a:r>
            <a:endParaRPr lang="en-US" dirty="0"/>
          </a:p>
          <a:p>
            <a:r>
              <a:rPr lang="en-US" sz="2000" dirty="0">
                <a:ea typeface="+mn-lt"/>
                <a:cs typeface="+mn-lt"/>
              </a:rPr>
              <a:t>▶ School placement module</a:t>
            </a:r>
            <a:endParaRPr lang="en-US" dirty="0"/>
          </a:p>
          <a:p>
            <a:endParaRPr lang="en-US" sz="2000" dirty="0">
              <a:ea typeface="+mn-lt"/>
              <a:cs typeface="+mn-lt"/>
            </a:endParaRPr>
          </a:p>
          <a:p>
            <a:r>
              <a:rPr lang="en-US" sz="2000" dirty="0">
                <a:ea typeface="+mn-lt"/>
                <a:cs typeface="+mn-lt"/>
              </a:rPr>
              <a:t>Careers events</a:t>
            </a:r>
            <a:endParaRPr lang="en-US" dirty="0">
              <a:cs typeface="Arial"/>
            </a:endParaRPr>
          </a:p>
          <a:p>
            <a:r>
              <a:rPr lang="en-US" sz="2000" dirty="0">
                <a:ea typeface="+mn-lt"/>
                <a:cs typeface="+mn-lt"/>
              </a:rPr>
              <a:t>▶ Fairs, talks, our own Maths Careers conference.</a:t>
            </a:r>
            <a:endParaRPr lang="en-US" dirty="0">
              <a:cs typeface="Arial"/>
            </a:endParaRPr>
          </a:p>
          <a:p>
            <a:pPr>
              <a:lnSpc>
                <a:spcPct val="90000"/>
              </a:lnSpc>
              <a:spcAft>
                <a:spcPts val="1500"/>
              </a:spcAft>
            </a:pPr>
            <a:r>
              <a:rPr lang="en-US" sz="2000" dirty="0">
                <a:ea typeface="+mn-lt"/>
                <a:cs typeface="+mn-lt"/>
              </a:rPr>
              <a:t>25 % of employers are using AI to screen jobs applicants</a:t>
            </a:r>
            <a:endParaRPr lang="en-US" dirty="0">
              <a:cs typeface="Arial"/>
            </a:endParaRPr>
          </a:p>
        </p:txBody>
      </p:sp>
      <p:pic>
        <p:nvPicPr>
          <p:cNvPr id="8" name="Picture 7" descr="A person and person working on computers&#10;&#10;AI-generated content may be incorrect.">
            <a:extLst>
              <a:ext uri="{FF2B5EF4-FFF2-40B4-BE49-F238E27FC236}">
                <a16:creationId xmlns:a16="http://schemas.microsoft.com/office/drawing/2014/main" id="{3E16A0F8-5CB5-D3AD-D9FA-5C8B21AE2420}"/>
              </a:ext>
            </a:extLst>
          </p:cNvPr>
          <p:cNvPicPr>
            <a:picLocks noChangeAspect="1"/>
          </p:cNvPicPr>
          <p:nvPr/>
        </p:nvPicPr>
        <p:blipFill>
          <a:blip r:embed="rId3"/>
          <a:stretch>
            <a:fillRect/>
          </a:stretch>
        </p:blipFill>
        <p:spPr>
          <a:xfrm>
            <a:off x="7291515" y="1281241"/>
            <a:ext cx="4322806" cy="2895086"/>
          </a:xfrm>
          <a:prstGeom prst="rect">
            <a:avLst/>
          </a:prstGeom>
        </p:spPr>
      </p:pic>
    </p:spTree>
    <p:extLst>
      <p:ext uri="{BB962C8B-B14F-4D97-AF65-F5344CB8AC3E}">
        <p14:creationId xmlns:p14="http://schemas.microsoft.com/office/powerpoint/2010/main" val="1598576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bwMode="gray">
      <p:bgPr>
        <a:gradFill flip="none" rotWithShape="1">
          <a:gsLst>
            <a:gs pos="0">
              <a:srgbClr val="5391CA"/>
            </a:gs>
            <a:gs pos="90000">
              <a:srgbClr val="B4C960"/>
            </a:gs>
          </a:gsLst>
          <a:lin ang="18900000" scaled="1"/>
          <a:tileRect/>
        </a:gradFill>
        <a:effectLst/>
      </p:bgPr>
    </p:bg>
    <p:spTree>
      <p:nvGrpSpPr>
        <p:cNvPr id="1" name="">
          <a:extLst>
            <a:ext uri="{FF2B5EF4-FFF2-40B4-BE49-F238E27FC236}">
              <a16:creationId xmlns:a16="http://schemas.microsoft.com/office/drawing/2014/main" id="{CA830697-2752-8228-D74B-229E764581C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F5C273D-2238-3246-9F48-D79EB0C8CC73}"/>
              </a:ext>
            </a:extLst>
          </p:cNvPr>
          <p:cNvSpPr>
            <a:spLocks noGrp="1"/>
          </p:cNvSpPr>
          <p:nvPr>
            <p:ph type="title"/>
          </p:nvPr>
        </p:nvSpPr>
        <p:spPr>
          <a:xfrm>
            <a:off x="565200" y="703432"/>
            <a:ext cx="5240855" cy="950102"/>
          </a:xfrm>
        </p:spPr>
        <p:txBody>
          <a:bodyPr>
            <a:normAutofit/>
          </a:bodyPr>
          <a:lstStyle/>
          <a:p>
            <a:r>
              <a:rPr lang="en-GB" dirty="0">
                <a:cs typeface="Arial"/>
              </a:rPr>
              <a:t>Careers in teaching</a:t>
            </a:r>
          </a:p>
        </p:txBody>
      </p:sp>
      <p:sp>
        <p:nvSpPr>
          <p:cNvPr id="3" name="Date Placeholder 2">
            <a:extLst>
              <a:ext uri="{FF2B5EF4-FFF2-40B4-BE49-F238E27FC236}">
                <a16:creationId xmlns:a16="http://schemas.microsoft.com/office/drawing/2014/main" id="{2F99D2A4-DD00-D484-1127-9D5775C5FD48}"/>
              </a:ext>
            </a:extLst>
          </p:cNvPr>
          <p:cNvSpPr>
            <a:spLocks noGrp="1"/>
          </p:cNvSpPr>
          <p:nvPr>
            <p:ph type="dt" sz="half" idx="10"/>
          </p:nvPr>
        </p:nvSpPr>
        <p:spPr>
          <a:xfrm>
            <a:off x="565200" y="6535737"/>
            <a:ext cx="2743200" cy="114299"/>
          </a:xfrm>
        </p:spPr>
        <p:txBody>
          <a:bodyPr/>
          <a:lstStyle/>
          <a:p>
            <a:fld id="{F69811A0-8321-47D8-8857-743D6974AB14}" type="datetime1">
              <a:rPr lang="en-GB" smtClean="0"/>
              <a:pPr/>
              <a:t>25/09/2026</a:t>
            </a:fld>
            <a:endParaRPr lang="en-GB"/>
          </a:p>
        </p:txBody>
      </p:sp>
      <p:sp>
        <p:nvSpPr>
          <p:cNvPr id="4" name="Footer Placeholder 3">
            <a:extLst>
              <a:ext uri="{FF2B5EF4-FFF2-40B4-BE49-F238E27FC236}">
                <a16:creationId xmlns:a16="http://schemas.microsoft.com/office/drawing/2014/main" id="{A9482238-7E68-B414-E436-D7E6292378F6}"/>
              </a:ext>
            </a:extLst>
          </p:cNvPr>
          <p:cNvSpPr>
            <a:spLocks noGrp="1"/>
          </p:cNvSpPr>
          <p:nvPr>
            <p:ph type="ftr" sz="quarter" idx="11"/>
          </p:nvPr>
        </p:nvSpPr>
        <p:spPr>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F118DC3B-7588-3493-FD09-C61FABB8F7E3}"/>
              </a:ext>
            </a:extLst>
          </p:cNvPr>
          <p:cNvSpPr>
            <a:spLocks noGrp="1"/>
          </p:cNvSpPr>
          <p:nvPr>
            <p:ph type="sldNum" sz="quarter" idx="12"/>
          </p:nvPr>
        </p:nvSpPr>
        <p:spPr>
          <a:xfrm>
            <a:off x="0" y="6356350"/>
            <a:ext cx="501283" cy="365125"/>
          </a:xfrm>
        </p:spPr>
        <p:txBody>
          <a:bodyPr/>
          <a:lstStyle/>
          <a:p>
            <a:fld id="{FC35CEA3-87EB-447D-B809-4C40576A5817}" type="slidenum">
              <a:rPr lang="en-GB" smtClean="0"/>
              <a:pPr/>
              <a:t>17</a:t>
            </a:fld>
            <a:endParaRPr lang="en-GB"/>
          </a:p>
        </p:txBody>
      </p:sp>
      <p:sp>
        <p:nvSpPr>
          <p:cNvPr id="29" name="Content Placeholder 28">
            <a:extLst>
              <a:ext uri="{FF2B5EF4-FFF2-40B4-BE49-F238E27FC236}">
                <a16:creationId xmlns:a16="http://schemas.microsoft.com/office/drawing/2014/main" id="{139E2D5E-DBE7-80FB-0557-4401527DC589}"/>
              </a:ext>
            </a:extLst>
          </p:cNvPr>
          <p:cNvSpPr>
            <a:spLocks noGrp="1"/>
          </p:cNvSpPr>
          <p:nvPr>
            <p:ph sz="quarter" idx="14"/>
          </p:nvPr>
        </p:nvSpPr>
        <p:spPr>
          <a:xfrm>
            <a:off x="483920" y="1661120"/>
            <a:ext cx="11075938" cy="688331"/>
          </a:xfrm>
        </p:spPr>
        <p:txBody>
          <a:bodyPr vert="horz" lIns="0" tIns="0" rIns="0" bIns="0" rtlCol="0" anchor="t">
            <a:noAutofit/>
          </a:bodyPr>
          <a:lstStyle/>
          <a:p>
            <a:endParaRPr lang="en-GB" dirty="0">
              <a:ea typeface="+mn-lt"/>
              <a:cs typeface="+mn-lt"/>
            </a:endParaRPr>
          </a:p>
          <a:p>
            <a:r>
              <a:rPr lang="en-GB" dirty="0">
                <a:ea typeface="+mn-lt"/>
                <a:cs typeface="+mn-lt"/>
              </a:rPr>
              <a:t>Rebecca Dodge: £25k IMA Teaching Scholarship</a:t>
            </a:r>
            <a:endParaRPr lang="en-GB" dirty="0"/>
          </a:p>
          <a:p>
            <a:endParaRPr lang="en-GB" dirty="0">
              <a:cs typeface="Arial"/>
            </a:endParaRPr>
          </a:p>
        </p:txBody>
      </p:sp>
      <p:sp>
        <p:nvSpPr>
          <p:cNvPr id="11" name="Text Placeholder 10">
            <a:extLst>
              <a:ext uri="{FF2B5EF4-FFF2-40B4-BE49-F238E27FC236}">
                <a16:creationId xmlns:a16="http://schemas.microsoft.com/office/drawing/2014/main" id="{0A23A4DC-BE8A-D7FB-281D-6BCE90DF8B35}"/>
              </a:ext>
            </a:extLst>
          </p:cNvPr>
          <p:cNvSpPr>
            <a:spLocks noGrp="1"/>
          </p:cNvSpPr>
          <p:nvPr>
            <p:ph type="body" sz="quarter" idx="18"/>
          </p:nvPr>
        </p:nvSpPr>
        <p:spPr/>
        <p:txBody>
          <a:bodyPr/>
          <a:lstStyle/>
          <a:p>
            <a:endParaRPr lang="en-GB"/>
          </a:p>
        </p:txBody>
      </p:sp>
      <p:pic>
        <p:nvPicPr>
          <p:cNvPr id="2" name="Picture 1" descr="A person with long curly hair wearing a leopard print jacket&#10;&#10;AI-generated content may be incorrect.">
            <a:extLst>
              <a:ext uri="{FF2B5EF4-FFF2-40B4-BE49-F238E27FC236}">
                <a16:creationId xmlns:a16="http://schemas.microsoft.com/office/drawing/2014/main" id="{37A5B744-E037-1EBF-19FC-D6EEFB27732B}"/>
              </a:ext>
            </a:extLst>
          </p:cNvPr>
          <p:cNvPicPr>
            <a:picLocks noChangeAspect="1"/>
          </p:cNvPicPr>
          <p:nvPr/>
        </p:nvPicPr>
        <p:blipFill>
          <a:blip r:embed="rId3"/>
          <a:stretch>
            <a:fillRect/>
          </a:stretch>
        </p:blipFill>
        <p:spPr>
          <a:xfrm>
            <a:off x="3523412" y="2767428"/>
            <a:ext cx="4261256" cy="3574757"/>
          </a:xfrm>
          <a:prstGeom prst="rect">
            <a:avLst/>
          </a:prstGeom>
        </p:spPr>
      </p:pic>
    </p:spTree>
    <p:extLst>
      <p:ext uri="{BB962C8B-B14F-4D97-AF65-F5344CB8AC3E}">
        <p14:creationId xmlns:p14="http://schemas.microsoft.com/office/powerpoint/2010/main" val="1415468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bwMode="gray">
      <p:bgPr>
        <a:gradFill flip="none" rotWithShape="1">
          <a:gsLst>
            <a:gs pos="0">
              <a:srgbClr val="5391CA"/>
            </a:gs>
            <a:gs pos="90000">
              <a:srgbClr val="B4C960"/>
            </a:gs>
          </a:gsLst>
          <a:lin ang="18900000" scaled="1"/>
          <a:tileRect/>
        </a:gradFill>
        <a:effectLst/>
      </p:bgPr>
    </p:bg>
    <p:spTree>
      <p:nvGrpSpPr>
        <p:cNvPr id="1" name="">
          <a:extLst>
            <a:ext uri="{FF2B5EF4-FFF2-40B4-BE49-F238E27FC236}">
              <a16:creationId xmlns:a16="http://schemas.microsoft.com/office/drawing/2014/main" id="{657DB1CB-3ADC-0897-2646-A4D7AA9517D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722708F-3C69-A470-E938-C996CCAA761D}"/>
              </a:ext>
            </a:extLst>
          </p:cNvPr>
          <p:cNvSpPr>
            <a:spLocks noGrp="1"/>
          </p:cNvSpPr>
          <p:nvPr>
            <p:ph type="title"/>
          </p:nvPr>
        </p:nvSpPr>
        <p:spPr>
          <a:xfrm>
            <a:off x="565200" y="703432"/>
            <a:ext cx="5240855" cy="950102"/>
          </a:xfrm>
        </p:spPr>
        <p:txBody>
          <a:bodyPr>
            <a:normAutofit/>
          </a:bodyPr>
          <a:lstStyle/>
          <a:p>
            <a:r>
              <a:rPr lang="en-GB" dirty="0">
                <a:cs typeface="Arial"/>
              </a:rPr>
              <a:t>CAREERS in FINANCE</a:t>
            </a:r>
          </a:p>
        </p:txBody>
      </p:sp>
      <p:sp>
        <p:nvSpPr>
          <p:cNvPr id="3" name="Date Placeholder 2">
            <a:extLst>
              <a:ext uri="{FF2B5EF4-FFF2-40B4-BE49-F238E27FC236}">
                <a16:creationId xmlns:a16="http://schemas.microsoft.com/office/drawing/2014/main" id="{A7F0C24A-A52A-3DDD-F97D-FD67C4C4E5DE}"/>
              </a:ext>
            </a:extLst>
          </p:cNvPr>
          <p:cNvSpPr>
            <a:spLocks noGrp="1"/>
          </p:cNvSpPr>
          <p:nvPr>
            <p:ph type="dt" sz="half" idx="10"/>
          </p:nvPr>
        </p:nvSpPr>
        <p:spPr>
          <a:xfrm>
            <a:off x="565200" y="6535737"/>
            <a:ext cx="2743200" cy="114299"/>
          </a:xfrm>
        </p:spPr>
        <p:txBody>
          <a:bodyPr/>
          <a:lstStyle/>
          <a:p>
            <a:fld id="{F69811A0-8321-47D8-8857-743D6974AB14}" type="datetime1">
              <a:rPr lang="en-GB" smtClean="0"/>
              <a:pPr/>
              <a:t>25/09/2026</a:t>
            </a:fld>
            <a:endParaRPr lang="en-GB"/>
          </a:p>
        </p:txBody>
      </p:sp>
      <p:sp>
        <p:nvSpPr>
          <p:cNvPr id="4" name="Footer Placeholder 3">
            <a:extLst>
              <a:ext uri="{FF2B5EF4-FFF2-40B4-BE49-F238E27FC236}">
                <a16:creationId xmlns:a16="http://schemas.microsoft.com/office/drawing/2014/main" id="{667910E2-66BE-65E9-D80F-9ECA0F6DCD5C}"/>
              </a:ext>
            </a:extLst>
          </p:cNvPr>
          <p:cNvSpPr>
            <a:spLocks noGrp="1"/>
          </p:cNvSpPr>
          <p:nvPr>
            <p:ph type="ftr" sz="quarter" idx="11"/>
          </p:nvPr>
        </p:nvSpPr>
        <p:spPr>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B1E56F92-B2E6-74E9-B5B8-84A470ADFA88}"/>
              </a:ext>
            </a:extLst>
          </p:cNvPr>
          <p:cNvSpPr>
            <a:spLocks noGrp="1"/>
          </p:cNvSpPr>
          <p:nvPr>
            <p:ph type="sldNum" sz="quarter" idx="12"/>
          </p:nvPr>
        </p:nvSpPr>
        <p:spPr>
          <a:xfrm>
            <a:off x="0" y="6356350"/>
            <a:ext cx="501283" cy="365125"/>
          </a:xfrm>
        </p:spPr>
        <p:txBody>
          <a:bodyPr/>
          <a:lstStyle/>
          <a:p>
            <a:fld id="{FC35CEA3-87EB-447D-B809-4C40576A5817}" type="slidenum">
              <a:rPr lang="en-GB" smtClean="0"/>
              <a:pPr/>
              <a:t>18</a:t>
            </a:fld>
            <a:endParaRPr lang="en-GB"/>
          </a:p>
        </p:txBody>
      </p:sp>
      <p:sp>
        <p:nvSpPr>
          <p:cNvPr id="29" name="Content Placeholder 28">
            <a:extLst>
              <a:ext uri="{FF2B5EF4-FFF2-40B4-BE49-F238E27FC236}">
                <a16:creationId xmlns:a16="http://schemas.microsoft.com/office/drawing/2014/main" id="{1EFB6C8D-5D80-2580-D2F8-556516FDD6F5}"/>
              </a:ext>
            </a:extLst>
          </p:cNvPr>
          <p:cNvSpPr>
            <a:spLocks noGrp="1"/>
          </p:cNvSpPr>
          <p:nvPr>
            <p:ph sz="quarter" idx="14"/>
          </p:nvPr>
        </p:nvSpPr>
        <p:spPr>
          <a:xfrm>
            <a:off x="483920" y="1661120"/>
            <a:ext cx="11075938" cy="688331"/>
          </a:xfrm>
        </p:spPr>
        <p:txBody>
          <a:bodyPr vert="horz" lIns="0" tIns="0" rIns="0" bIns="0" rtlCol="0" anchor="t">
            <a:noAutofit/>
          </a:bodyPr>
          <a:lstStyle/>
          <a:p>
            <a:endParaRPr lang="en-GB" dirty="0">
              <a:cs typeface="Arial"/>
            </a:endParaRPr>
          </a:p>
          <a:p>
            <a:r>
              <a:rPr lang="en-GB" dirty="0">
                <a:ea typeface="+mn-lt"/>
                <a:cs typeface="+mn-lt"/>
              </a:rPr>
              <a:t>Daniel Palomeque: Senior Actuarial Analyst, Zurich Australia</a:t>
            </a:r>
            <a:endParaRPr lang="en-GB" dirty="0"/>
          </a:p>
          <a:p>
            <a:endParaRPr lang="en-GB" dirty="0">
              <a:cs typeface="Arial"/>
            </a:endParaRPr>
          </a:p>
        </p:txBody>
      </p:sp>
      <p:sp>
        <p:nvSpPr>
          <p:cNvPr id="11" name="Text Placeholder 10">
            <a:extLst>
              <a:ext uri="{FF2B5EF4-FFF2-40B4-BE49-F238E27FC236}">
                <a16:creationId xmlns:a16="http://schemas.microsoft.com/office/drawing/2014/main" id="{321044EA-FB59-902D-83CC-C9B17EA2AFA3}"/>
              </a:ext>
            </a:extLst>
          </p:cNvPr>
          <p:cNvSpPr>
            <a:spLocks noGrp="1"/>
          </p:cNvSpPr>
          <p:nvPr>
            <p:ph type="body" sz="quarter" idx="18"/>
          </p:nvPr>
        </p:nvSpPr>
        <p:spPr/>
        <p:txBody>
          <a:bodyPr/>
          <a:lstStyle/>
          <a:p>
            <a:endParaRPr lang="en-GB"/>
          </a:p>
        </p:txBody>
      </p:sp>
      <p:pic>
        <p:nvPicPr>
          <p:cNvPr id="6" name="Picture 5" descr="A person smiling at camera&#10;&#10;AI-generated content may be incorrect.">
            <a:extLst>
              <a:ext uri="{FF2B5EF4-FFF2-40B4-BE49-F238E27FC236}">
                <a16:creationId xmlns:a16="http://schemas.microsoft.com/office/drawing/2014/main" id="{3AA46C8F-B8A7-2DEA-805C-826C137013A8}"/>
              </a:ext>
            </a:extLst>
          </p:cNvPr>
          <p:cNvPicPr>
            <a:picLocks noChangeAspect="1"/>
          </p:cNvPicPr>
          <p:nvPr/>
        </p:nvPicPr>
        <p:blipFill>
          <a:blip r:embed="rId3"/>
          <a:stretch>
            <a:fillRect/>
          </a:stretch>
        </p:blipFill>
        <p:spPr>
          <a:xfrm>
            <a:off x="3511062" y="2579076"/>
            <a:ext cx="3387969" cy="3411416"/>
          </a:xfrm>
          <a:prstGeom prst="rect">
            <a:avLst/>
          </a:prstGeom>
        </p:spPr>
      </p:pic>
    </p:spTree>
    <p:extLst>
      <p:ext uri="{BB962C8B-B14F-4D97-AF65-F5344CB8AC3E}">
        <p14:creationId xmlns:p14="http://schemas.microsoft.com/office/powerpoint/2010/main" val="2085004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bwMode="gray">
      <p:bgPr>
        <a:gradFill flip="none" rotWithShape="1">
          <a:gsLst>
            <a:gs pos="0">
              <a:srgbClr val="5391CA"/>
            </a:gs>
            <a:gs pos="90000">
              <a:srgbClr val="B4C960"/>
            </a:gs>
          </a:gsLst>
          <a:lin ang="18900000" scaled="1"/>
          <a:tileRect/>
        </a:gradFill>
        <a:effectLst/>
      </p:bgPr>
    </p:bg>
    <p:spTree>
      <p:nvGrpSpPr>
        <p:cNvPr id="1" name="">
          <a:extLst>
            <a:ext uri="{FF2B5EF4-FFF2-40B4-BE49-F238E27FC236}">
              <a16:creationId xmlns:a16="http://schemas.microsoft.com/office/drawing/2014/main" id="{5B6BFEC3-0B4A-7B19-5DB3-B17A64ACF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32FDC43-E6DD-3BF9-9639-C60B66EC84A4}"/>
              </a:ext>
            </a:extLst>
          </p:cNvPr>
          <p:cNvSpPr>
            <a:spLocks noGrp="1"/>
          </p:cNvSpPr>
          <p:nvPr>
            <p:ph type="title"/>
          </p:nvPr>
        </p:nvSpPr>
        <p:spPr>
          <a:xfrm>
            <a:off x="565200" y="703432"/>
            <a:ext cx="5240855" cy="950102"/>
          </a:xfrm>
        </p:spPr>
        <p:txBody>
          <a:bodyPr>
            <a:normAutofit/>
          </a:bodyPr>
          <a:lstStyle/>
          <a:p>
            <a:r>
              <a:rPr lang="en-GB" dirty="0">
                <a:cs typeface="Arial"/>
              </a:rPr>
              <a:t>Careers in medical statistics</a:t>
            </a:r>
          </a:p>
        </p:txBody>
      </p:sp>
      <p:sp>
        <p:nvSpPr>
          <p:cNvPr id="3" name="Date Placeholder 2">
            <a:extLst>
              <a:ext uri="{FF2B5EF4-FFF2-40B4-BE49-F238E27FC236}">
                <a16:creationId xmlns:a16="http://schemas.microsoft.com/office/drawing/2014/main" id="{7B4B6A4E-35BA-A4D8-E1C9-8C6300BBEF3F}"/>
              </a:ext>
            </a:extLst>
          </p:cNvPr>
          <p:cNvSpPr>
            <a:spLocks noGrp="1"/>
          </p:cNvSpPr>
          <p:nvPr>
            <p:ph type="dt" sz="half" idx="10"/>
          </p:nvPr>
        </p:nvSpPr>
        <p:spPr>
          <a:xfrm>
            <a:off x="565200" y="6535737"/>
            <a:ext cx="2743200" cy="114299"/>
          </a:xfrm>
        </p:spPr>
        <p:txBody>
          <a:bodyPr/>
          <a:lstStyle/>
          <a:p>
            <a:fld id="{F69811A0-8321-47D8-8857-743D6974AB14}" type="datetime1">
              <a:rPr lang="en-GB" smtClean="0"/>
              <a:pPr/>
              <a:t>25/09/2026</a:t>
            </a:fld>
            <a:endParaRPr lang="en-GB"/>
          </a:p>
        </p:txBody>
      </p:sp>
      <p:sp>
        <p:nvSpPr>
          <p:cNvPr id="4" name="Footer Placeholder 3">
            <a:extLst>
              <a:ext uri="{FF2B5EF4-FFF2-40B4-BE49-F238E27FC236}">
                <a16:creationId xmlns:a16="http://schemas.microsoft.com/office/drawing/2014/main" id="{29D73D05-2C02-660E-610E-4363A7C63E92}"/>
              </a:ext>
            </a:extLst>
          </p:cNvPr>
          <p:cNvSpPr>
            <a:spLocks noGrp="1"/>
          </p:cNvSpPr>
          <p:nvPr>
            <p:ph type="ftr" sz="quarter" idx="11"/>
          </p:nvPr>
        </p:nvSpPr>
        <p:spPr>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0F25DB78-0329-9605-E90A-815135231D6A}"/>
              </a:ext>
            </a:extLst>
          </p:cNvPr>
          <p:cNvSpPr>
            <a:spLocks noGrp="1"/>
          </p:cNvSpPr>
          <p:nvPr>
            <p:ph type="sldNum" sz="quarter" idx="12"/>
          </p:nvPr>
        </p:nvSpPr>
        <p:spPr>
          <a:xfrm>
            <a:off x="0" y="6356350"/>
            <a:ext cx="501283" cy="365125"/>
          </a:xfrm>
        </p:spPr>
        <p:txBody>
          <a:bodyPr/>
          <a:lstStyle/>
          <a:p>
            <a:fld id="{FC35CEA3-87EB-447D-B809-4C40576A5817}" type="slidenum">
              <a:rPr lang="en-GB" smtClean="0"/>
              <a:pPr/>
              <a:t>19</a:t>
            </a:fld>
            <a:endParaRPr lang="en-GB"/>
          </a:p>
        </p:txBody>
      </p:sp>
      <p:sp>
        <p:nvSpPr>
          <p:cNvPr id="29" name="Content Placeholder 28">
            <a:extLst>
              <a:ext uri="{FF2B5EF4-FFF2-40B4-BE49-F238E27FC236}">
                <a16:creationId xmlns:a16="http://schemas.microsoft.com/office/drawing/2014/main" id="{19286E42-6EDF-F5C5-F7BB-1B0C83280BE7}"/>
              </a:ext>
            </a:extLst>
          </p:cNvPr>
          <p:cNvSpPr>
            <a:spLocks noGrp="1"/>
          </p:cNvSpPr>
          <p:nvPr>
            <p:ph sz="quarter" idx="14"/>
          </p:nvPr>
        </p:nvSpPr>
        <p:spPr>
          <a:xfrm>
            <a:off x="483920" y="1661120"/>
            <a:ext cx="11075938" cy="688331"/>
          </a:xfrm>
        </p:spPr>
        <p:txBody>
          <a:bodyPr vert="horz" lIns="0" tIns="0" rIns="0" bIns="0" rtlCol="0" anchor="t">
            <a:noAutofit/>
          </a:bodyPr>
          <a:lstStyle/>
          <a:p>
            <a:endParaRPr lang="en-GB" dirty="0">
              <a:cs typeface="Arial"/>
            </a:endParaRPr>
          </a:p>
          <a:p>
            <a:endParaRPr lang="en-GB" dirty="0">
              <a:cs typeface="Arial"/>
            </a:endParaRPr>
          </a:p>
          <a:p>
            <a:endParaRPr lang="en-GB" dirty="0">
              <a:cs typeface="Arial"/>
            </a:endParaRPr>
          </a:p>
        </p:txBody>
      </p:sp>
      <p:sp>
        <p:nvSpPr>
          <p:cNvPr id="11" name="Text Placeholder 10">
            <a:extLst>
              <a:ext uri="{FF2B5EF4-FFF2-40B4-BE49-F238E27FC236}">
                <a16:creationId xmlns:a16="http://schemas.microsoft.com/office/drawing/2014/main" id="{6FE79A30-A88B-8DBF-79E1-D454A696EA3D}"/>
              </a:ext>
            </a:extLst>
          </p:cNvPr>
          <p:cNvSpPr>
            <a:spLocks noGrp="1"/>
          </p:cNvSpPr>
          <p:nvPr>
            <p:ph type="body" sz="quarter" idx="18"/>
          </p:nvPr>
        </p:nvSpPr>
        <p:spPr/>
        <p:txBody>
          <a:bodyPr/>
          <a:lstStyle/>
          <a:p>
            <a:endParaRPr lang="en-GB"/>
          </a:p>
        </p:txBody>
      </p:sp>
      <p:sp>
        <p:nvSpPr>
          <p:cNvPr id="2" name="TextBox 1">
            <a:extLst>
              <a:ext uri="{FF2B5EF4-FFF2-40B4-BE49-F238E27FC236}">
                <a16:creationId xmlns:a16="http://schemas.microsoft.com/office/drawing/2014/main" id="{403EE064-6CAC-6B17-12EA-A2FEE9A07E1D}"/>
              </a:ext>
            </a:extLst>
          </p:cNvPr>
          <p:cNvSpPr txBox="1"/>
          <p:nvPr/>
        </p:nvSpPr>
        <p:spPr>
          <a:xfrm>
            <a:off x="510905" y="1719253"/>
            <a:ext cx="9518819" cy="77713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endParaRPr lang="en-US" sz="2000" dirty="0">
              <a:cs typeface="Arial"/>
            </a:endParaRPr>
          </a:p>
          <a:p>
            <a:r>
              <a:rPr lang="en-US" sz="2000" dirty="0">
                <a:ea typeface="+mn-lt"/>
                <a:cs typeface="+mn-lt"/>
              </a:rPr>
              <a:t>Em Prestige, Doctoral fellow at the London School of Hygiene</a:t>
            </a:r>
            <a:endParaRPr lang="en-US" dirty="0"/>
          </a:p>
        </p:txBody>
      </p:sp>
      <p:pic>
        <p:nvPicPr>
          <p:cNvPr id="6" name="Picture 5" descr="A person in a graduation gown and cap standing in front of a lighthouse&#10;&#10;AI-generated content may be incorrect.">
            <a:extLst>
              <a:ext uri="{FF2B5EF4-FFF2-40B4-BE49-F238E27FC236}">
                <a16:creationId xmlns:a16="http://schemas.microsoft.com/office/drawing/2014/main" id="{7E3C0253-D784-9121-357A-7C3E56D88B3D}"/>
              </a:ext>
            </a:extLst>
          </p:cNvPr>
          <p:cNvPicPr>
            <a:picLocks noChangeAspect="1"/>
          </p:cNvPicPr>
          <p:nvPr/>
        </p:nvPicPr>
        <p:blipFill>
          <a:blip r:embed="rId3"/>
          <a:stretch>
            <a:fillRect/>
          </a:stretch>
        </p:blipFill>
        <p:spPr>
          <a:xfrm>
            <a:off x="2879481" y="2508739"/>
            <a:ext cx="3338147" cy="3774831"/>
          </a:xfrm>
          <a:prstGeom prst="rect">
            <a:avLst/>
          </a:prstGeom>
        </p:spPr>
      </p:pic>
      <p:sp>
        <p:nvSpPr>
          <p:cNvPr id="9" name="TextBox 8">
            <a:extLst>
              <a:ext uri="{FF2B5EF4-FFF2-40B4-BE49-F238E27FC236}">
                <a16:creationId xmlns:a16="http://schemas.microsoft.com/office/drawing/2014/main" id="{7E0E8DC6-7A79-1BA5-A3B6-7D44B48D64E9}"/>
              </a:ext>
            </a:extLst>
          </p:cNvPr>
          <p:cNvSpPr txBox="1"/>
          <p:nvPr/>
        </p:nvSpPr>
        <p:spPr>
          <a:xfrm>
            <a:off x="7092461" y="2974730"/>
            <a:ext cx="2743200" cy="175432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Covid lockdowns in the UK: Estimating their effects on transmission.</a:t>
            </a:r>
            <a:endParaRPr lang="en-US"/>
          </a:p>
          <a:p>
            <a:pPr>
              <a:lnSpc>
                <a:spcPct val="90000"/>
              </a:lnSpc>
              <a:spcAft>
                <a:spcPts val="1500"/>
              </a:spcAft>
            </a:pPr>
            <a:r>
              <a:rPr lang="en-US" sz="2000">
                <a:ea typeface="+mn-lt"/>
                <a:cs typeface="+mn-lt"/>
              </a:rPr>
              <a:t>PRESTIGE, E; Stander, J; Wei, Y; 2022 Significance</a:t>
            </a:r>
            <a:endParaRPr lang="en-US"/>
          </a:p>
        </p:txBody>
      </p:sp>
    </p:spTree>
    <p:extLst>
      <p:ext uri="{BB962C8B-B14F-4D97-AF65-F5344CB8AC3E}">
        <p14:creationId xmlns:p14="http://schemas.microsoft.com/office/powerpoint/2010/main" val="2070643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EC35CDD1-F619-0A99-8C97-244844D73CD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26EB648-268A-9D80-1E17-A613DC21DDC4}"/>
              </a:ext>
            </a:extLst>
          </p:cNvPr>
          <p:cNvSpPr>
            <a:spLocks noGrp="1"/>
          </p:cNvSpPr>
          <p:nvPr>
            <p:ph type="title"/>
          </p:nvPr>
        </p:nvSpPr>
        <p:spPr>
          <a:xfrm>
            <a:off x="513714" y="703432"/>
            <a:ext cx="5683638" cy="950102"/>
          </a:xfrm>
        </p:spPr>
        <p:txBody>
          <a:bodyPr/>
          <a:lstStyle/>
          <a:p>
            <a:r>
              <a:rPr lang="en-GB" dirty="0">
                <a:cs typeface="Arial"/>
              </a:rPr>
              <a:t>Careers in computing and engineering</a:t>
            </a:r>
          </a:p>
        </p:txBody>
      </p:sp>
      <p:sp>
        <p:nvSpPr>
          <p:cNvPr id="2" name="Date Placeholder 1">
            <a:extLst>
              <a:ext uri="{FF2B5EF4-FFF2-40B4-BE49-F238E27FC236}">
                <a16:creationId xmlns:a16="http://schemas.microsoft.com/office/drawing/2014/main" id="{C242CCF4-478A-4F32-8D92-E2798E962C53}"/>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BE8FB88F-8CB9-6DE4-C131-B830751E8638}"/>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1A8ABB3E-75C5-EB0F-1841-A3BB864BADD5}"/>
              </a:ext>
            </a:extLst>
          </p:cNvPr>
          <p:cNvSpPr>
            <a:spLocks noGrp="1"/>
          </p:cNvSpPr>
          <p:nvPr>
            <p:ph type="sldNum" sz="quarter" idx="12"/>
          </p:nvPr>
        </p:nvSpPr>
        <p:spPr/>
        <p:txBody>
          <a:bodyPr/>
          <a:lstStyle/>
          <a:p>
            <a:fld id="{FC35CEA3-87EB-447D-B809-4C40576A5817}" type="slidenum">
              <a:rPr lang="en-GB" smtClean="0"/>
              <a:t>20</a:t>
            </a:fld>
            <a:endParaRPr lang="en-GB" dirty="0"/>
          </a:p>
        </p:txBody>
      </p:sp>
      <p:sp>
        <p:nvSpPr>
          <p:cNvPr id="5" name="Text Placeholder 4">
            <a:extLst>
              <a:ext uri="{FF2B5EF4-FFF2-40B4-BE49-F238E27FC236}">
                <a16:creationId xmlns:a16="http://schemas.microsoft.com/office/drawing/2014/main" id="{8E837F0A-80A9-0EE1-91C5-F9EA6D9CA3B5}"/>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89D1B2FE-070B-BE3D-0195-8E4304B5E52E}"/>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9" name="TextBox 8">
            <a:extLst>
              <a:ext uri="{FF2B5EF4-FFF2-40B4-BE49-F238E27FC236}">
                <a16:creationId xmlns:a16="http://schemas.microsoft.com/office/drawing/2014/main" id="{7B382A1B-7C4C-24F5-03E2-E3F0EA30CCE2}"/>
              </a:ext>
            </a:extLst>
          </p:cNvPr>
          <p:cNvSpPr txBox="1"/>
          <p:nvPr/>
        </p:nvSpPr>
        <p:spPr>
          <a:xfrm>
            <a:off x="766805" y="2336800"/>
            <a:ext cx="6604683" cy="27699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Tomasz Szyrowski</a:t>
            </a:r>
            <a:endParaRPr lang="en-US"/>
          </a:p>
          <a:p>
            <a:r>
              <a:rPr lang="en-US" sz="2000">
                <a:ea typeface="+mn-lt"/>
                <a:cs typeface="+mn-lt"/>
              </a:rPr>
              <a:t>PhD in Marine Engineering</a:t>
            </a:r>
            <a:endParaRPr lang="en-US"/>
          </a:p>
          <a:p>
            <a:r>
              <a:rPr lang="en-US" sz="2000">
                <a:ea typeface="+mn-lt"/>
                <a:cs typeface="+mn-lt"/>
              </a:rPr>
              <a:t>▶ Mathematical modelling of how to detect undersea cables</a:t>
            </a:r>
            <a:endParaRPr lang="en-US"/>
          </a:p>
          <a:p>
            <a:r>
              <a:rPr lang="en-US" sz="2000">
                <a:ea typeface="+mn-lt"/>
                <a:cs typeface="+mn-lt"/>
              </a:rPr>
              <a:t>▶ Brand new approach (using Monte Carlo techniques)</a:t>
            </a:r>
            <a:endParaRPr lang="en-US"/>
          </a:p>
          <a:p>
            <a:r>
              <a:rPr lang="en-US" sz="2000">
                <a:ea typeface="+mn-lt"/>
                <a:cs typeface="+mn-lt"/>
              </a:rPr>
              <a:t>▶ Scientific Software Developer at the Met Office</a:t>
            </a:r>
            <a:endParaRPr lang="en-US"/>
          </a:p>
          <a:p>
            <a:r>
              <a:rPr lang="en-US" sz="2000">
                <a:ea typeface="+mn-lt"/>
                <a:cs typeface="+mn-lt"/>
              </a:rPr>
              <a:t>▶ Lead Software Engineer at HMRC</a:t>
            </a:r>
            <a:endParaRPr lang="en-US"/>
          </a:p>
          <a:p>
            <a:r>
              <a:rPr lang="en-US" sz="2000" dirty="0">
                <a:ea typeface="+mn-lt"/>
                <a:cs typeface="+mn-lt"/>
              </a:rPr>
              <a:t>▶ Leading a team in IBM to build high performance custom AI applications</a:t>
            </a:r>
            <a:endParaRPr lang="en-US" dirty="0">
              <a:cs typeface="Arial"/>
            </a:endParaRPr>
          </a:p>
        </p:txBody>
      </p:sp>
      <p:pic>
        <p:nvPicPr>
          <p:cNvPr id="11" name="Picture 10" descr="A person in a yellow jacket&#10;&#10;AI-generated content may be incorrect.">
            <a:extLst>
              <a:ext uri="{FF2B5EF4-FFF2-40B4-BE49-F238E27FC236}">
                <a16:creationId xmlns:a16="http://schemas.microsoft.com/office/drawing/2014/main" id="{251AE22F-4AE2-8A63-2115-EB7582D4FBA8}"/>
              </a:ext>
            </a:extLst>
          </p:cNvPr>
          <p:cNvPicPr>
            <a:picLocks noChangeAspect="1"/>
          </p:cNvPicPr>
          <p:nvPr/>
        </p:nvPicPr>
        <p:blipFill>
          <a:blip r:embed="rId3"/>
          <a:stretch>
            <a:fillRect/>
          </a:stretch>
        </p:blipFill>
        <p:spPr>
          <a:xfrm>
            <a:off x="7828985" y="1266566"/>
            <a:ext cx="3278759" cy="4335163"/>
          </a:xfrm>
          <a:prstGeom prst="rect">
            <a:avLst/>
          </a:prstGeom>
        </p:spPr>
      </p:pic>
    </p:spTree>
    <p:extLst>
      <p:ext uri="{BB962C8B-B14F-4D97-AF65-F5344CB8AC3E}">
        <p14:creationId xmlns:p14="http://schemas.microsoft.com/office/powerpoint/2010/main" val="3366388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A1630B90-6180-B696-ED0D-3F3FEDB5D91A}"/>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F9E4B891-7AB8-902A-713F-251B15A2938D}"/>
              </a:ext>
            </a:extLst>
          </p:cNvPr>
          <p:cNvSpPr>
            <a:spLocks noGrp="1"/>
          </p:cNvSpPr>
          <p:nvPr>
            <p:ph type="title"/>
          </p:nvPr>
        </p:nvSpPr>
        <p:spPr/>
        <p:txBody>
          <a:bodyPr/>
          <a:lstStyle/>
          <a:p>
            <a:r>
              <a:rPr lang="en-GB" dirty="0">
                <a:cs typeface="Arial"/>
              </a:rPr>
              <a:t>Postgraduate study</a:t>
            </a:r>
          </a:p>
        </p:txBody>
      </p:sp>
      <p:sp>
        <p:nvSpPr>
          <p:cNvPr id="2" name="Date Placeholder 1">
            <a:extLst>
              <a:ext uri="{FF2B5EF4-FFF2-40B4-BE49-F238E27FC236}">
                <a16:creationId xmlns:a16="http://schemas.microsoft.com/office/drawing/2014/main" id="{C7F16FB1-0711-4DA3-4921-DF5A2CC9EDC4}"/>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5DE4438A-699A-BFBC-C814-3DCEF3FD7326}"/>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DBD0C197-2562-4D04-DE80-078C37096F38}"/>
              </a:ext>
            </a:extLst>
          </p:cNvPr>
          <p:cNvSpPr>
            <a:spLocks noGrp="1"/>
          </p:cNvSpPr>
          <p:nvPr>
            <p:ph type="sldNum" sz="quarter" idx="12"/>
          </p:nvPr>
        </p:nvSpPr>
        <p:spPr/>
        <p:txBody>
          <a:bodyPr/>
          <a:lstStyle/>
          <a:p>
            <a:fld id="{FC35CEA3-87EB-447D-B809-4C40576A5817}" type="slidenum">
              <a:rPr lang="en-GB" smtClean="0"/>
              <a:t>21</a:t>
            </a:fld>
            <a:endParaRPr lang="en-GB" dirty="0"/>
          </a:p>
        </p:txBody>
      </p:sp>
      <p:sp>
        <p:nvSpPr>
          <p:cNvPr id="5" name="Text Placeholder 4">
            <a:extLst>
              <a:ext uri="{FF2B5EF4-FFF2-40B4-BE49-F238E27FC236}">
                <a16:creationId xmlns:a16="http://schemas.microsoft.com/office/drawing/2014/main" id="{6CD7DA95-C8C9-38F8-086A-5D6D28CB2A80}"/>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8C237A49-5F3A-DBBF-B968-D9F3F70D2AF8}"/>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7" name="TextBox 6">
            <a:extLst>
              <a:ext uri="{FF2B5EF4-FFF2-40B4-BE49-F238E27FC236}">
                <a16:creationId xmlns:a16="http://schemas.microsoft.com/office/drawing/2014/main" id="{D268D609-418A-FE84-D58A-A8F7585D1522}"/>
              </a:ext>
            </a:extLst>
          </p:cNvPr>
          <p:cNvSpPr txBox="1"/>
          <p:nvPr/>
        </p:nvSpPr>
        <p:spPr>
          <a:xfrm>
            <a:off x="1165860" y="1717040"/>
            <a:ext cx="5659120" cy="149271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90000"/>
              </a:lnSpc>
              <a:spcAft>
                <a:spcPts val="1500"/>
              </a:spcAft>
            </a:pPr>
            <a:endParaRPr lang="en-US" sz="2000" dirty="0">
              <a:ea typeface="+mn-lt"/>
              <a:cs typeface="+mn-lt"/>
            </a:endParaRPr>
          </a:p>
          <a:p>
            <a:pPr>
              <a:lnSpc>
                <a:spcPct val="90000"/>
              </a:lnSpc>
              <a:spcAft>
                <a:spcPts val="1500"/>
              </a:spcAft>
            </a:pPr>
            <a:r>
              <a:rPr lang="en-US" sz="2000" dirty="0">
                <a:ea typeface="+mn-lt"/>
                <a:cs typeface="+mn-lt"/>
              </a:rPr>
              <a:t>A PhD is required to work as a lecturer at a University.</a:t>
            </a:r>
            <a:endParaRPr lang="en-US" dirty="0"/>
          </a:p>
          <a:p>
            <a:pPr>
              <a:lnSpc>
                <a:spcPct val="90000"/>
              </a:lnSpc>
              <a:spcAft>
                <a:spcPts val="1500"/>
              </a:spcAft>
            </a:pPr>
            <a:endParaRPr lang="en-US" sz="2000" dirty="0">
              <a:cs typeface="Arial"/>
            </a:endParaRPr>
          </a:p>
        </p:txBody>
      </p:sp>
      <p:sp>
        <p:nvSpPr>
          <p:cNvPr id="8" name="TextBox 7">
            <a:extLst>
              <a:ext uri="{FF2B5EF4-FFF2-40B4-BE49-F238E27FC236}">
                <a16:creationId xmlns:a16="http://schemas.microsoft.com/office/drawing/2014/main" id="{2F137CE4-22BC-12FA-E067-100E789C6BC4}"/>
              </a:ext>
            </a:extLst>
          </p:cNvPr>
          <p:cNvSpPr txBox="1"/>
          <p:nvPr/>
        </p:nvSpPr>
        <p:spPr>
          <a:xfrm>
            <a:off x="1163319" y="2885440"/>
            <a:ext cx="5374640" cy="120032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James Mitrussis</a:t>
            </a:r>
            <a:endParaRPr lang="en-US"/>
          </a:p>
          <a:p>
            <a:r>
              <a:rPr lang="en-US" sz="2000">
                <a:ea typeface="+mn-lt"/>
                <a:cs typeface="+mn-lt"/>
              </a:rPr>
              <a:t>MSc student cyber-security at Kings College London Fully funded by a Martingale</a:t>
            </a:r>
            <a:endParaRPr lang="en-US"/>
          </a:p>
          <a:p>
            <a:pPr algn="l">
              <a:lnSpc>
                <a:spcPct val="90000"/>
              </a:lnSpc>
              <a:spcAft>
                <a:spcPts val="1500"/>
              </a:spcAft>
            </a:pPr>
            <a:r>
              <a:rPr lang="en-US" sz="2000">
                <a:ea typeface="+mn-lt"/>
                <a:cs typeface="+mn-lt"/>
              </a:rPr>
              <a:t>Scholarship.</a:t>
            </a:r>
            <a:endParaRPr lang="en-US"/>
          </a:p>
        </p:txBody>
      </p:sp>
      <p:sp>
        <p:nvSpPr>
          <p:cNvPr id="9" name="TextBox 8">
            <a:extLst>
              <a:ext uri="{FF2B5EF4-FFF2-40B4-BE49-F238E27FC236}">
                <a16:creationId xmlns:a16="http://schemas.microsoft.com/office/drawing/2014/main" id="{B266A9DE-612A-5F12-4729-0154BCDDE3DE}"/>
              </a:ext>
            </a:extLst>
          </p:cNvPr>
          <p:cNvSpPr txBox="1"/>
          <p:nvPr/>
        </p:nvSpPr>
        <p:spPr>
          <a:xfrm>
            <a:off x="6824980" y="2885440"/>
            <a:ext cx="4551680" cy="150810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Ruby Pearce-Casey</a:t>
            </a:r>
            <a:endParaRPr lang="en-US"/>
          </a:p>
          <a:p>
            <a:r>
              <a:rPr lang="en-US" sz="2000">
                <a:ea typeface="+mn-lt"/>
                <a:cs typeface="+mn-lt"/>
              </a:rPr>
              <a:t>PhD student at the Open</a:t>
            </a:r>
            <a:endParaRPr lang="en-US"/>
          </a:p>
          <a:p>
            <a:r>
              <a:rPr lang="en-US" sz="2000">
                <a:ea typeface="+mn-lt"/>
                <a:cs typeface="+mn-lt"/>
              </a:rPr>
              <a:t>University.  Applying deep learning to images from the James Webb Space</a:t>
            </a:r>
            <a:endParaRPr lang="en-US"/>
          </a:p>
          <a:p>
            <a:pPr algn="l">
              <a:lnSpc>
                <a:spcPct val="90000"/>
              </a:lnSpc>
              <a:spcAft>
                <a:spcPts val="1500"/>
              </a:spcAft>
            </a:pPr>
            <a:r>
              <a:rPr lang="en-US" sz="2000">
                <a:ea typeface="+mn-lt"/>
                <a:cs typeface="+mn-lt"/>
              </a:rPr>
              <a:t>Telescope.</a:t>
            </a:r>
            <a:endParaRPr lang="en-US"/>
          </a:p>
        </p:txBody>
      </p:sp>
      <p:pic>
        <p:nvPicPr>
          <p:cNvPr id="11" name="Picture 10" descr="A person smiling for a picture&#10;&#10;AI-generated content may be incorrect.">
            <a:extLst>
              <a:ext uri="{FF2B5EF4-FFF2-40B4-BE49-F238E27FC236}">
                <a16:creationId xmlns:a16="http://schemas.microsoft.com/office/drawing/2014/main" id="{1FAAA023-8389-39E4-36AB-79E3553B357D}"/>
              </a:ext>
            </a:extLst>
          </p:cNvPr>
          <p:cNvPicPr>
            <a:picLocks noChangeAspect="1"/>
          </p:cNvPicPr>
          <p:nvPr/>
        </p:nvPicPr>
        <p:blipFill>
          <a:blip r:embed="rId3"/>
          <a:stretch>
            <a:fillRect/>
          </a:stretch>
        </p:blipFill>
        <p:spPr>
          <a:xfrm>
            <a:off x="7278687" y="-3175"/>
            <a:ext cx="3629025" cy="2800350"/>
          </a:xfrm>
          <a:prstGeom prst="rect">
            <a:avLst/>
          </a:prstGeom>
        </p:spPr>
      </p:pic>
      <p:pic>
        <p:nvPicPr>
          <p:cNvPr id="12" name="Picture 11" descr="A person sitting at a desk with a computer and a notebook&#10;&#10;AI-generated content may be incorrect.">
            <a:extLst>
              <a:ext uri="{FF2B5EF4-FFF2-40B4-BE49-F238E27FC236}">
                <a16:creationId xmlns:a16="http://schemas.microsoft.com/office/drawing/2014/main" id="{D35EEC57-14A7-1271-D604-DE197EC375F6}"/>
              </a:ext>
            </a:extLst>
          </p:cNvPr>
          <p:cNvPicPr>
            <a:picLocks noChangeAspect="1"/>
          </p:cNvPicPr>
          <p:nvPr/>
        </p:nvPicPr>
        <p:blipFill>
          <a:blip r:embed="rId4"/>
          <a:stretch>
            <a:fillRect/>
          </a:stretch>
        </p:blipFill>
        <p:spPr>
          <a:xfrm>
            <a:off x="2307908" y="4194492"/>
            <a:ext cx="3684905" cy="2085975"/>
          </a:xfrm>
          <a:prstGeom prst="rect">
            <a:avLst/>
          </a:prstGeom>
        </p:spPr>
      </p:pic>
    </p:spTree>
    <p:extLst>
      <p:ext uri="{BB962C8B-B14F-4D97-AF65-F5344CB8AC3E}">
        <p14:creationId xmlns:p14="http://schemas.microsoft.com/office/powerpoint/2010/main" val="753298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bwMode="gray">
      <p:bgPr>
        <a:gradFill flip="none" rotWithShape="1">
          <a:gsLst>
            <a:gs pos="0">
              <a:srgbClr val="5391CA"/>
            </a:gs>
            <a:gs pos="90000">
              <a:srgbClr val="B4C960"/>
            </a:gs>
          </a:gsLst>
          <a:lin ang="18900000" scaled="1"/>
          <a:tileRect/>
        </a:gradFill>
        <a:effectLst/>
      </p:bgPr>
    </p:bg>
    <p:spTree>
      <p:nvGrpSpPr>
        <p:cNvPr id="1" name="">
          <a:extLst>
            <a:ext uri="{FF2B5EF4-FFF2-40B4-BE49-F238E27FC236}">
              <a16:creationId xmlns:a16="http://schemas.microsoft.com/office/drawing/2014/main" id="{C19B7787-B1F4-BB85-BBB0-323315D4443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CEF4A39-9716-AB83-6A04-A415B398C0B0}"/>
              </a:ext>
            </a:extLst>
          </p:cNvPr>
          <p:cNvSpPr>
            <a:spLocks noGrp="1"/>
          </p:cNvSpPr>
          <p:nvPr>
            <p:ph type="title"/>
          </p:nvPr>
        </p:nvSpPr>
        <p:spPr>
          <a:xfrm>
            <a:off x="565200" y="703432"/>
            <a:ext cx="5240855" cy="950102"/>
          </a:xfrm>
        </p:spPr>
        <p:txBody>
          <a:bodyPr>
            <a:normAutofit/>
          </a:bodyPr>
          <a:lstStyle/>
          <a:p>
            <a:r>
              <a:rPr lang="en-GB" dirty="0">
                <a:cs typeface="Arial"/>
              </a:rPr>
              <a:t>FINAL year projects</a:t>
            </a:r>
          </a:p>
        </p:txBody>
      </p:sp>
      <p:sp>
        <p:nvSpPr>
          <p:cNvPr id="3" name="Date Placeholder 2">
            <a:extLst>
              <a:ext uri="{FF2B5EF4-FFF2-40B4-BE49-F238E27FC236}">
                <a16:creationId xmlns:a16="http://schemas.microsoft.com/office/drawing/2014/main" id="{EA0B347A-9B90-6580-C9C6-1E0FEF5F2607}"/>
              </a:ext>
            </a:extLst>
          </p:cNvPr>
          <p:cNvSpPr>
            <a:spLocks noGrp="1"/>
          </p:cNvSpPr>
          <p:nvPr>
            <p:ph type="dt" sz="half" idx="10"/>
          </p:nvPr>
        </p:nvSpPr>
        <p:spPr>
          <a:xfrm>
            <a:off x="565200" y="6535737"/>
            <a:ext cx="2743200" cy="114299"/>
          </a:xfrm>
        </p:spPr>
        <p:txBody>
          <a:bodyPr/>
          <a:lstStyle/>
          <a:p>
            <a:fld id="{F69811A0-8321-47D8-8857-743D6974AB14}" type="datetime1">
              <a:rPr lang="en-GB" smtClean="0"/>
              <a:pPr/>
              <a:t>25/09/2026</a:t>
            </a:fld>
            <a:endParaRPr lang="en-GB"/>
          </a:p>
        </p:txBody>
      </p:sp>
      <p:sp>
        <p:nvSpPr>
          <p:cNvPr id="4" name="Footer Placeholder 3">
            <a:extLst>
              <a:ext uri="{FF2B5EF4-FFF2-40B4-BE49-F238E27FC236}">
                <a16:creationId xmlns:a16="http://schemas.microsoft.com/office/drawing/2014/main" id="{E94D7913-A037-64F6-751F-3476A1E300E9}"/>
              </a:ext>
            </a:extLst>
          </p:cNvPr>
          <p:cNvSpPr>
            <a:spLocks noGrp="1"/>
          </p:cNvSpPr>
          <p:nvPr>
            <p:ph type="ftr" sz="quarter" idx="11"/>
          </p:nvPr>
        </p:nvSpPr>
        <p:spPr>
          <a:xfrm>
            <a:off x="565200" y="6448578"/>
            <a:ext cx="4114800" cy="114299"/>
          </a:xfrm>
        </p:spPr>
        <p:txBody>
          <a:bodyPr/>
          <a:lstStyle/>
          <a:p>
            <a:r>
              <a:rPr lang="en-GB"/>
              <a:t>Copyright University of Plymouth 2026</a:t>
            </a:r>
          </a:p>
        </p:txBody>
      </p:sp>
      <p:sp>
        <p:nvSpPr>
          <p:cNvPr id="5" name="Slide Number Placeholder 4">
            <a:extLst>
              <a:ext uri="{FF2B5EF4-FFF2-40B4-BE49-F238E27FC236}">
                <a16:creationId xmlns:a16="http://schemas.microsoft.com/office/drawing/2014/main" id="{DCAC9833-4F57-4182-23BD-79F1A162C6A4}"/>
              </a:ext>
            </a:extLst>
          </p:cNvPr>
          <p:cNvSpPr>
            <a:spLocks noGrp="1"/>
          </p:cNvSpPr>
          <p:nvPr>
            <p:ph type="sldNum" sz="quarter" idx="12"/>
          </p:nvPr>
        </p:nvSpPr>
        <p:spPr>
          <a:xfrm>
            <a:off x="0" y="6356350"/>
            <a:ext cx="501283" cy="365125"/>
          </a:xfrm>
        </p:spPr>
        <p:txBody>
          <a:bodyPr/>
          <a:lstStyle/>
          <a:p>
            <a:fld id="{FC35CEA3-87EB-447D-B809-4C40576A5817}" type="slidenum">
              <a:rPr lang="en-GB" smtClean="0"/>
              <a:pPr/>
              <a:t>22</a:t>
            </a:fld>
            <a:endParaRPr lang="en-GB"/>
          </a:p>
        </p:txBody>
      </p:sp>
      <p:sp>
        <p:nvSpPr>
          <p:cNvPr id="29" name="Content Placeholder 28">
            <a:extLst>
              <a:ext uri="{FF2B5EF4-FFF2-40B4-BE49-F238E27FC236}">
                <a16:creationId xmlns:a16="http://schemas.microsoft.com/office/drawing/2014/main" id="{67ACE71F-B6CD-7682-225E-A8630E8CAE68}"/>
              </a:ext>
            </a:extLst>
          </p:cNvPr>
          <p:cNvSpPr>
            <a:spLocks noGrp="1"/>
          </p:cNvSpPr>
          <p:nvPr>
            <p:ph sz="quarter" idx="14"/>
          </p:nvPr>
        </p:nvSpPr>
        <p:spPr>
          <a:xfrm>
            <a:off x="503417" y="1176050"/>
            <a:ext cx="11117127" cy="3212266"/>
          </a:xfrm>
        </p:spPr>
        <p:txBody>
          <a:bodyPr vert="horz" lIns="0" tIns="0" rIns="0" bIns="0" rtlCol="0" anchor="t">
            <a:noAutofit/>
          </a:bodyPr>
          <a:lstStyle/>
          <a:p>
            <a:endParaRPr lang="en-GB" dirty="0">
              <a:ea typeface="+mn-lt"/>
              <a:cs typeface="+mn-lt"/>
            </a:endParaRPr>
          </a:p>
          <a:p>
            <a:r>
              <a:rPr lang="en-GB" dirty="0">
                <a:ea typeface="+mn-lt"/>
                <a:cs typeface="+mn-lt"/>
              </a:rPr>
              <a:t>▶ Learning Phases of Matter with Neural Networks.</a:t>
            </a:r>
            <a:endParaRPr lang="en-GB" dirty="0"/>
          </a:p>
          <a:p>
            <a:r>
              <a:rPr lang="en-GB" dirty="0">
                <a:ea typeface="+mn-lt"/>
                <a:cs typeface="+mn-lt"/>
              </a:rPr>
              <a:t>▶ Algebraic solutions of the hypergeometric equation.</a:t>
            </a:r>
            <a:endParaRPr lang="en-GB" dirty="0"/>
          </a:p>
          <a:p>
            <a:r>
              <a:rPr lang="en-GB" dirty="0">
                <a:ea typeface="+mn-lt"/>
                <a:cs typeface="+mn-lt"/>
              </a:rPr>
              <a:t>▶ Elliptic Curve Cryptography: A Mathematical Arms Race.</a:t>
            </a:r>
            <a:endParaRPr lang="en-GB" dirty="0"/>
          </a:p>
          <a:p>
            <a:r>
              <a:rPr lang="en-GB" dirty="0">
                <a:ea typeface="+mn-lt"/>
                <a:cs typeface="+mn-lt"/>
              </a:rPr>
              <a:t>▶ Differential geometry and Einstein’s Field Equations.</a:t>
            </a:r>
            <a:endParaRPr lang="en-GB" dirty="0"/>
          </a:p>
          <a:p>
            <a:r>
              <a:rPr lang="en-GB" dirty="0">
                <a:ea typeface="+mn-lt"/>
                <a:cs typeface="+mn-lt"/>
              </a:rPr>
              <a:t>▶ Using Machine Learning to Diagnose Pneumonia from Covid-19 in Patients from Chest X-Rays</a:t>
            </a:r>
            <a:endParaRPr lang="en-GB" dirty="0"/>
          </a:p>
          <a:p>
            <a:r>
              <a:rPr lang="en-GB" dirty="0">
                <a:cs typeface="Arial"/>
              </a:rPr>
              <a:t>▶ </a:t>
            </a:r>
            <a:r>
              <a:rPr lang="en-GB" dirty="0">
                <a:ea typeface="+mn-lt"/>
                <a:cs typeface="+mn-lt"/>
              </a:rPr>
              <a:t>Dynamical systems and chaos, Daniel Jervis (Marine Acoustics)</a:t>
            </a:r>
            <a:endParaRPr lang="en-GB" dirty="0"/>
          </a:p>
          <a:p>
            <a:endParaRPr lang="en-GB" dirty="0">
              <a:cs typeface="Arial"/>
            </a:endParaRPr>
          </a:p>
          <a:p>
            <a:endParaRPr lang="en-GB" dirty="0">
              <a:cs typeface="Arial"/>
            </a:endParaRPr>
          </a:p>
          <a:p>
            <a:endParaRPr lang="en-GB" dirty="0">
              <a:cs typeface="Arial"/>
            </a:endParaRPr>
          </a:p>
          <a:p>
            <a:endParaRPr lang="en-GB" dirty="0">
              <a:cs typeface="Arial"/>
            </a:endParaRPr>
          </a:p>
        </p:txBody>
      </p:sp>
      <p:sp>
        <p:nvSpPr>
          <p:cNvPr id="11" name="Text Placeholder 10">
            <a:extLst>
              <a:ext uri="{FF2B5EF4-FFF2-40B4-BE49-F238E27FC236}">
                <a16:creationId xmlns:a16="http://schemas.microsoft.com/office/drawing/2014/main" id="{F4AA916F-A7A9-DC9B-4A7B-607D26DA3314}"/>
              </a:ext>
            </a:extLst>
          </p:cNvPr>
          <p:cNvSpPr>
            <a:spLocks noGrp="1"/>
          </p:cNvSpPr>
          <p:nvPr>
            <p:ph type="body" sz="quarter" idx="18"/>
          </p:nvPr>
        </p:nvSpPr>
        <p:spPr/>
        <p:txBody>
          <a:bodyPr/>
          <a:lstStyle/>
          <a:p>
            <a:endParaRPr lang="en-GB"/>
          </a:p>
        </p:txBody>
      </p:sp>
      <p:pic>
        <p:nvPicPr>
          <p:cNvPr id="2" name="Picture 1" descr="A painting of a person with long hair&#10;&#10;AI-generated content may be incorrect.">
            <a:extLst>
              <a:ext uri="{FF2B5EF4-FFF2-40B4-BE49-F238E27FC236}">
                <a16:creationId xmlns:a16="http://schemas.microsoft.com/office/drawing/2014/main" id="{8622BEF5-30E9-8C62-411C-05790FE0B909}"/>
              </a:ext>
            </a:extLst>
          </p:cNvPr>
          <p:cNvPicPr>
            <a:picLocks noChangeAspect="1"/>
          </p:cNvPicPr>
          <p:nvPr/>
        </p:nvPicPr>
        <p:blipFill>
          <a:blip r:embed="rId3"/>
          <a:stretch>
            <a:fillRect/>
          </a:stretch>
        </p:blipFill>
        <p:spPr>
          <a:xfrm>
            <a:off x="2066311" y="4647739"/>
            <a:ext cx="2614767" cy="1802684"/>
          </a:xfrm>
          <a:prstGeom prst="rect">
            <a:avLst/>
          </a:prstGeom>
        </p:spPr>
      </p:pic>
      <p:sp>
        <p:nvSpPr>
          <p:cNvPr id="7" name="TextBox 6">
            <a:extLst>
              <a:ext uri="{FF2B5EF4-FFF2-40B4-BE49-F238E27FC236}">
                <a16:creationId xmlns:a16="http://schemas.microsoft.com/office/drawing/2014/main" id="{792A4E24-5501-1D44-CA75-26CE721DACF8}"/>
              </a:ext>
            </a:extLst>
          </p:cNvPr>
          <p:cNvSpPr txBox="1"/>
          <p:nvPr/>
        </p:nvSpPr>
        <p:spPr>
          <a:xfrm>
            <a:off x="4889500" y="4808220"/>
            <a:ext cx="4053840" cy="116955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After inventing calculus, mechanics and gravitation, Sir Isaac</a:t>
            </a:r>
            <a:endParaRPr lang="en-US"/>
          </a:p>
          <a:p>
            <a:pPr>
              <a:lnSpc>
                <a:spcPct val="90000"/>
              </a:lnSpc>
              <a:spcAft>
                <a:spcPts val="1500"/>
              </a:spcAft>
            </a:pPr>
            <a:r>
              <a:rPr lang="en-US" sz="2000">
                <a:ea typeface="+mn-lt"/>
                <a:cs typeface="+mn-lt"/>
              </a:rPr>
              <a:t>Newton became the warden of the Royal Mint.</a:t>
            </a:r>
            <a:endParaRPr lang="en-US"/>
          </a:p>
        </p:txBody>
      </p:sp>
    </p:spTree>
    <p:extLst>
      <p:ext uri="{BB962C8B-B14F-4D97-AF65-F5344CB8AC3E}">
        <p14:creationId xmlns:p14="http://schemas.microsoft.com/office/powerpoint/2010/main" val="332575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rgbClr val="5391CA"/>
            </a:gs>
            <a:gs pos="90000">
              <a:srgbClr val="B4C960"/>
            </a:gs>
          </a:gsLst>
          <a:lin ang="18900000" scaled="1"/>
        </a:gradFill>
        <a:effectLst/>
      </p:bgPr>
    </p:bg>
    <p:spTree>
      <p:nvGrpSpPr>
        <p:cNvPr id="1" name="">
          <a:extLst>
            <a:ext uri="{FF2B5EF4-FFF2-40B4-BE49-F238E27FC236}">
              <a16:creationId xmlns:a16="http://schemas.microsoft.com/office/drawing/2014/main" id="{A1E6AD9B-7379-201B-C023-FAC6F976404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BC3C5FD-E571-9095-9E73-2A2CB2B684E6}"/>
              </a:ext>
            </a:extLst>
          </p:cNvPr>
          <p:cNvSpPr>
            <a:spLocks noGrp="1"/>
          </p:cNvSpPr>
          <p:nvPr>
            <p:ph type="title"/>
          </p:nvPr>
        </p:nvSpPr>
        <p:spPr/>
        <p:txBody>
          <a:bodyPr/>
          <a:lstStyle/>
          <a:p>
            <a:r>
              <a:rPr lang="en-GB" dirty="0"/>
              <a:t>summary</a:t>
            </a:r>
          </a:p>
        </p:txBody>
      </p:sp>
      <p:sp>
        <p:nvSpPr>
          <p:cNvPr id="2" name="Date Placeholder 1">
            <a:extLst>
              <a:ext uri="{FF2B5EF4-FFF2-40B4-BE49-F238E27FC236}">
                <a16:creationId xmlns:a16="http://schemas.microsoft.com/office/drawing/2014/main" id="{DAD30268-35A9-B269-E353-05DF69A0AC7B}"/>
              </a:ext>
            </a:extLst>
          </p:cNvPr>
          <p:cNvSpPr>
            <a:spLocks noGrp="1"/>
          </p:cNvSpPr>
          <p:nvPr>
            <p:ph type="dt" sz="half" idx="10"/>
          </p:nvPr>
        </p:nvSpPr>
        <p:spPr/>
        <p:txBody>
          <a:bodyPr/>
          <a:lstStyle/>
          <a:p>
            <a:fld id="{22917D2E-F0EF-4EAF-971F-80AD3F3DF357}" type="datetime1">
              <a:rPr lang="en-GB" smtClean="0"/>
              <a:t>25/09/2026</a:t>
            </a:fld>
            <a:endParaRPr lang="en-GB"/>
          </a:p>
        </p:txBody>
      </p:sp>
      <p:sp>
        <p:nvSpPr>
          <p:cNvPr id="3" name="Footer Placeholder 2">
            <a:extLst>
              <a:ext uri="{FF2B5EF4-FFF2-40B4-BE49-F238E27FC236}">
                <a16:creationId xmlns:a16="http://schemas.microsoft.com/office/drawing/2014/main" id="{65AD0DAA-FD40-E67C-19A7-523ABBC8884D}"/>
              </a:ext>
            </a:extLst>
          </p:cNvPr>
          <p:cNvSpPr>
            <a:spLocks noGrp="1"/>
          </p:cNvSpPr>
          <p:nvPr>
            <p:ph type="ftr" sz="quarter" idx="11"/>
          </p:nvPr>
        </p:nvSpPr>
        <p:spPr/>
        <p:txBody>
          <a:bodyPr/>
          <a:lstStyle/>
          <a:p>
            <a:r>
              <a:rPr lang="en-GB"/>
              <a:t>Copyright University of Plymouth 2026</a:t>
            </a:r>
            <a:endParaRPr lang="en-GB" dirty="0"/>
          </a:p>
        </p:txBody>
      </p:sp>
      <p:sp>
        <p:nvSpPr>
          <p:cNvPr id="4" name="Slide Number Placeholder 3">
            <a:extLst>
              <a:ext uri="{FF2B5EF4-FFF2-40B4-BE49-F238E27FC236}">
                <a16:creationId xmlns:a16="http://schemas.microsoft.com/office/drawing/2014/main" id="{91605E29-9F70-C300-0655-2D48839EA1B2}"/>
              </a:ext>
            </a:extLst>
          </p:cNvPr>
          <p:cNvSpPr>
            <a:spLocks noGrp="1"/>
          </p:cNvSpPr>
          <p:nvPr>
            <p:ph type="sldNum" sz="quarter" idx="12"/>
          </p:nvPr>
        </p:nvSpPr>
        <p:spPr/>
        <p:txBody>
          <a:bodyPr/>
          <a:lstStyle/>
          <a:p>
            <a:fld id="{FC35CEA3-87EB-447D-B809-4C40576A5817}" type="slidenum">
              <a:rPr lang="en-GB" smtClean="0"/>
              <a:t>23</a:t>
            </a:fld>
            <a:endParaRPr lang="en-GB" dirty="0"/>
          </a:p>
        </p:txBody>
      </p:sp>
      <p:sp>
        <p:nvSpPr>
          <p:cNvPr id="5" name="Text Placeholder 4">
            <a:extLst>
              <a:ext uri="{FF2B5EF4-FFF2-40B4-BE49-F238E27FC236}">
                <a16:creationId xmlns:a16="http://schemas.microsoft.com/office/drawing/2014/main" id="{A56778A7-19AD-BC58-F2C4-355DDA84BD3B}"/>
              </a:ext>
            </a:extLst>
          </p:cNvPr>
          <p:cNvSpPr>
            <a:spLocks noGrp="1"/>
          </p:cNvSpPr>
          <p:nvPr>
            <p:ph type="body" sz="quarter" idx="18"/>
          </p:nvPr>
        </p:nvSpPr>
        <p:spPr/>
        <p:txBody>
          <a:bodyPr/>
          <a:lstStyle/>
          <a:p>
            <a:endParaRPr lang="en-GB"/>
          </a:p>
        </p:txBody>
      </p:sp>
      <p:sp>
        <p:nvSpPr>
          <p:cNvPr id="6" name="TextBox 5">
            <a:extLst>
              <a:ext uri="{FF2B5EF4-FFF2-40B4-BE49-F238E27FC236}">
                <a16:creationId xmlns:a16="http://schemas.microsoft.com/office/drawing/2014/main" id="{A4493516-A9FC-17DA-2FF6-5423EAF7B8CF}"/>
              </a:ext>
            </a:extLst>
          </p:cNvPr>
          <p:cNvSpPr txBox="1"/>
          <p:nvPr/>
        </p:nvSpPr>
        <p:spPr>
          <a:xfrm>
            <a:off x="762000" y="2146300"/>
            <a:ext cx="2743199" cy="36576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90000"/>
              </a:lnSpc>
              <a:spcAft>
                <a:spcPts val="1500"/>
              </a:spcAft>
              <a:buClr>
                <a:schemeClr val="accent1"/>
              </a:buClr>
            </a:pPr>
            <a:endParaRPr lang="en-US" sz="2000" dirty="0"/>
          </a:p>
        </p:txBody>
      </p:sp>
      <p:sp>
        <p:nvSpPr>
          <p:cNvPr id="9" name="TextBox 8">
            <a:extLst>
              <a:ext uri="{FF2B5EF4-FFF2-40B4-BE49-F238E27FC236}">
                <a16:creationId xmlns:a16="http://schemas.microsoft.com/office/drawing/2014/main" id="{5DF34F78-32C4-1AE3-5811-79BEE4ECEE9E}"/>
              </a:ext>
            </a:extLst>
          </p:cNvPr>
          <p:cNvSpPr txBox="1"/>
          <p:nvPr/>
        </p:nvSpPr>
        <p:spPr>
          <a:xfrm>
            <a:off x="1171831" y="2331995"/>
            <a:ext cx="8349205" cy="153888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ea typeface="+mn-lt"/>
                <a:cs typeface="+mn-lt"/>
              </a:rPr>
              <a:t>▶ Mathematics degrees keep more career options open</a:t>
            </a:r>
            <a:endParaRPr lang="en-US"/>
          </a:p>
          <a:p>
            <a:r>
              <a:rPr lang="en-US" sz="2000">
                <a:ea typeface="+mn-lt"/>
                <a:cs typeface="+mn-lt"/>
              </a:rPr>
              <a:t>▶ Lots of support during your studies (modern technology)</a:t>
            </a:r>
            <a:endParaRPr lang="en-US"/>
          </a:p>
          <a:p>
            <a:r>
              <a:rPr lang="en-US" sz="2000">
                <a:ea typeface="+mn-lt"/>
                <a:cs typeface="+mn-lt"/>
              </a:rPr>
              <a:t>▶ Students enjoy our degrees (NSS, Guardian)</a:t>
            </a:r>
            <a:endParaRPr lang="en-US"/>
          </a:p>
          <a:p>
            <a:r>
              <a:rPr lang="en-US" sz="2000" dirty="0">
                <a:ea typeface="+mn-lt"/>
                <a:cs typeface="+mn-lt"/>
              </a:rPr>
              <a:t>▶ Data Science and Mathematics lead to well paid and extremely interesting jobs</a:t>
            </a:r>
            <a:endParaRPr lang="en-US" dirty="0">
              <a:cs typeface="Arial"/>
            </a:endParaRPr>
          </a:p>
        </p:txBody>
      </p:sp>
      <p:pic>
        <p:nvPicPr>
          <p:cNvPr id="11" name="Picture 10" descr="A group of people in a building&#10;&#10;AI-generated content may be incorrect.">
            <a:extLst>
              <a:ext uri="{FF2B5EF4-FFF2-40B4-BE49-F238E27FC236}">
                <a16:creationId xmlns:a16="http://schemas.microsoft.com/office/drawing/2014/main" id="{F355F2D9-06DF-CDA5-3C15-DC4CE9C08DBE}"/>
              </a:ext>
            </a:extLst>
          </p:cNvPr>
          <p:cNvPicPr>
            <a:picLocks noChangeAspect="1"/>
          </p:cNvPicPr>
          <p:nvPr/>
        </p:nvPicPr>
        <p:blipFill>
          <a:blip r:embed="rId3"/>
          <a:stretch>
            <a:fillRect/>
          </a:stretch>
        </p:blipFill>
        <p:spPr>
          <a:xfrm>
            <a:off x="8692369" y="703384"/>
            <a:ext cx="3494061" cy="4208585"/>
          </a:xfrm>
          <a:prstGeom prst="rect">
            <a:avLst/>
          </a:prstGeom>
        </p:spPr>
      </p:pic>
    </p:spTree>
    <p:extLst>
      <p:ext uri="{BB962C8B-B14F-4D97-AF65-F5344CB8AC3E}">
        <p14:creationId xmlns:p14="http://schemas.microsoft.com/office/powerpoint/2010/main" val="2018460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Plymouth 2026 with user tips">
  <a:themeElements>
    <a:clrScheme name="University of Plymouth 2026 white">
      <a:dk1>
        <a:srgbClr val="FFFFFF"/>
      </a:dk1>
      <a:lt1>
        <a:srgbClr val="000000"/>
      </a:lt1>
      <a:dk2>
        <a:srgbClr val="1D347E"/>
      </a:dk2>
      <a:lt2>
        <a:srgbClr val="FFFFFF"/>
      </a:lt2>
      <a:accent1>
        <a:srgbClr val="3C3E6F"/>
      </a:accent1>
      <a:accent2>
        <a:srgbClr val="7B77A5"/>
      </a:accent2>
      <a:accent3>
        <a:srgbClr val="7FBFD7"/>
      </a:accent3>
      <a:accent4>
        <a:srgbClr val="9FCAC5"/>
      </a:accent4>
      <a:accent5>
        <a:srgbClr val="C1004A"/>
      </a:accent5>
      <a:accent6>
        <a:srgbClr val="F59D21"/>
      </a:accent6>
      <a:hlink>
        <a:srgbClr val="FFFFFF"/>
      </a:hlink>
      <a:folHlink>
        <a:srgbClr val="FFFFFF"/>
      </a:folHlink>
    </a:clrScheme>
    <a:fontScheme name="University of plymouth 2026">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bg2"/>
          </a:solidFill>
        </a:ln>
      </a:spPr>
      <a:bodyPr tIns="90000" bIns="90000" rtlCol="0" anchor="ctr"/>
      <a:lstStyle>
        <a:defPPr algn="ctr">
          <a:lnSpc>
            <a:spcPct val="90000"/>
          </a:lnSpc>
          <a:spcAft>
            <a:spcPts val="1500"/>
          </a:spcAft>
          <a:defRPr sz="20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Aft>
            <a:spcPts val="1500"/>
          </a:spcAft>
          <a:buClr>
            <a:schemeClr val="accent1"/>
          </a:buClr>
          <a:defRPr sz="2000" dirty="0" smtClean="0"/>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University of Plymouth 2026 with user tips (dark text)">
  <a:themeElements>
    <a:clrScheme name="test1">
      <a:dk1>
        <a:srgbClr val="000000"/>
      </a:dk1>
      <a:lt1>
        <a:srgbClr val="FFFFFF"/>
      </a:lt1>
      <a:dk2>
        <a:srgbClr val="1D347E"/>
      </a:dk2>
      <a:lt2>
        <a:srgbClr val="FFFFFF"/>
      </a:lt2>
      <a:accent1>
        <a:srgbClr val="3C3E6F"/>
      </a:accent1>
      <a:accent2>
        <a:srgbClr val="7B77A5"/>
      </a:accent2>
      <a:accent3>
        <a:srgbClr val="7FBFD7"/>
      </a:accent3>
      <a:accent4>
        <a:srgbClr val="9FCAC5"/>
      </a:accent4>
      <a:accent5>
        <a:srgbClr val="C1004A"/>
      </a:accent5>
      <a:accent6>
        <a:srgbClr val="F59D21"/>
      </a:accent6>
      <a:hlink>
        <a:srgbClr val="000000"/>
      </a:hlink>
      <a:folHlink>
        <a:srgbClr val="000000"/>
      </a:folHlink>
    </a:clrScheme>
    <a:fontScheme name="University of plymouth 2026">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bg2"/>
          </a:solidFill>
        </a:ln>
      </a:spPr>
      <a:bodyPr tIns="90000" bIns="90000" rtlCol="0" anchor="ctr"/>
      <a:lstStyle>
        <a:defPPr algn="ctr">
          <a:lnSpc>
            <a:spcPct val="90000"/>
          </a:lnSpc>
          <a:spcAft>
            <a:spcPts val="1500"/>
          </a:spcAft>
          <a:defRPr sz="20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lnSpc>
            <a:spcPct val="90000"/>
          </a:lnSpc>
          <a:spcAft>
            <a:spcPts val="1500"/>
          </a:spcAft>
          <a:buClr>
            <a:schemeClr val="accent1"/>
          </a:buClr>
          <a:defRPr sz="2000" dirty="0" smtClean="0"/>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Office Theme">
  <a:themeElements>
    <a:clrScheme name="University of Plymouth 2026 white">
      <a:dk1>
        <a:srgbClr val="FFFFFF"/>
      </a:dk1>
      <a:lt1>
        <a:srgbClr val="000000"/>
      </a:lt1>
      <a:dk2>
        <a:srgbClr val="1D347E"/>
      </a:dk2>
      <a:lt2>
        <a:srgbClr val="FFFFFF"/>
      </a:lt2>
      <a:accent1>
        <a:srgbClr val="3C3E6F"/>
      </a:accent1>
      <a:accent2>
        <a:srgbClr val="7B77A5"/>
      </a:accent2>
      <a:accent3>
        <a:srgbClr val="7FBFD7"/>
      </a:accent3>
      <a:accent4>
        <a:srgbClr val="9FCAC5"/>
      </a:accent4>
      <a:accent5>
        <a:srgbClr val="C1004A"/>
      </a:accent5>
      <a:accent6>
        <a:srgbClr val="F59D21"/>
      </a:accent6>
      <a:hlink>
        <a:srgbClr val="FFFFFF"/>
      </a:hlink>
      <a:folHlink>
        <a:srgbClr val="FFFFFF"/>
      </a:folHlink>
    </a:clrScheme>
    <a:fontScheme name="University of plymouth 2026">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15540</TotalTime>
  <Words>479</Words>
  <Application>Microsoft Office PowerPoint</Application>
  <PresentationFormat>Widescreen</PresentationFormat>
  <Paragraphs>67</Paragraphs>
  <Slides>23</Slides>
  <Notes>23</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University of Plymouth 2026 with user tips</vt:lpstr>
      <vt:lpstr>University of Plymouth 2026 with user tips (dark text)</vt:lpstr>
      <vt:lpstr> </vt:lpstr>
      <vt:lpstr> </vt:lpstr>
      <vt:lpstr> </vt:lpstr>
      <vt:lpstr> </vt:lpstr>
      <vt:lpstr> </vt:lpstr>
      <vt:lpstr> </vt:lpstr>
      <vt:lpstr> </vt:lpstr>
      <vt:lpstr> </vt:lpstr>
      <vt:lpstr>Employability</vt:lpstr>
      <vt:lpstr>Data SCIENCE</vt:lpstr>
      <vt:lpstr>AI and machine learning</vt:lpstr>
      <vt:lpstr>Applications of DATA SCIENCE</vt:lpstr>
      <vt:lpstr>CONTENTS</vt:lpstr>
      <vt:lpstr>STUDENT SUPPORT</vt:lpstr>
      <vt:lpstr>A TRACK RECORD of satisfied students</vt:lpstr>
      <vt:lpstr>Placements and careers</vt:lpstr>
      <vt:lpstr>Careers in teaching</vt:lpstr>
      <vt:lpstr>CAREERS in FINANCE</vt:lpstr>
      <vt:lpstr>Careers in medical statistics</vt:lpstr>
      <vt:lpstr>Careers in computing and engineering</vt:lpstr>
      <vt:lpstr>Postgraduate study</vt:lpstr>
      <vt:lpstr>FINAL year projects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www.neiltomlinson.com</dc:creator>
  <cp:lastModifiedBy>Heather Shepherd</cp:lastModifiedBy>
  <cp:revision>841</cp:revision>
  <dcterms:created xsi:type="dcterms:W3CDTF">2023-01-25T10:30:55Z</dcterms:created>
  <dcterms:modified xsi:type="dcterms:W3CDTF">2026-09-25T19:51:53Z</dcterms:modified>
</cp:coreProperties>
</file>